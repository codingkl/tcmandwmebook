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9"/>
  </p:notesMasterIdLst>
  <p:handoutMasterIdLst>
    <p:handoutMasterId r:id="rId20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1" Type="http://schemas.openxmlformats.org/officeDocument/2006/relationships/tags" Target="../tags/tag25.xml"/><Relationship Id="rId30" Type="http://schemas.openxmlformats.org/officeDocument/2006/relationships/tags" Target="../tags/tag24.xml"/><Relationship Id="rId3" Type="http://schemas.openxmlformats.org/officeDocument/2006/relationships/tags" Target="../tags/tag7.xml"/><Relationship Id="rId29" Type="http://schemas.openxmlformats.org/officeDocument/2006/relationships/tags" Target="../tags/tag23.xml"/><Relationship Id="rId28" Type="http://schemas.openxmlformats.org/officeDocument/2006/relationships/tags" Target="../tags/tag22.xml"/><Relationship Id="rId27" Type="http://schemas.openxmlformats.org/officeDocument/2006/relationships/image" Target="../media/image9.png"/><Relationship Id="rId26" Type="http://schemas.openxmlformats.org/officeDocument/2006/relationships/tags" Target="../tags/tag21.xml"/><Relationship Id="rId25" Type="http://schemas.openxmlformats.org/officeDocument/2006/relationships/image" Target="../media/image8.png"/><Relationship Id="rId24" Type="http://schemas.openxmlformats.org/officeDocument/2006/relationships/tags" Target="../tags/tag20.xml"/><Relationship Id="rId23" Type="http://schemas.openxmlformats.org/officeDocument/2006/relationships/image" Target="../media/image7.png"/><Relationship Id="rId22" Type="http://schemas.openxmlformats.org/officeDocument/2006/relationships/tags" Target="../tags/tag19.xml"/><Relationship Id="rId21" Type="http://schemas.openxmlformats.org/officeDocument/2006/relationships/image" Target="../media/image6.png"/><Relationship Id="rId20" Type="http://schemas.openxmlformats.org/officeDocument/2006/relationships/tags" Target="../tags/tag18.xml"/><Relationship Id="rId2" Type="http://schemas.openxmlformats.org/officeDocument/2006/relationships/tags" Target="../tags/tag6.xml"/><Relationship Id="rId19" Type="http://schemas.openxmlformats.org/officeDocument/2006/relationships/image" Target="../media/image5.png"/><Relationship Id="rId18" Type="http://schemas.openxmlformats.org/officeDocument/2006/relationships/tags" Target="../tags/tag17.xml"/><Relationship Id="rId17" Type="http://schemas.openxmlformats.org/officeDocument/2006/relationships/image" Target="../media/image4.png"/><Relationship Id="rId16" Type="http://schemas.openxmlformats.org/officeDocument/2006/relationships/tags" Target="../tags/tag16.xml"/><Relationship Id="rId15" Type="http://schemas.openxmlformats.org/officeDocument/2006/relationships/image" Target="../media/image3.png"/><Relationship Id="rId14" Type="http://schemas.openxmlformats.org/officeDocument/2006/relationships/tags" Target="../tags/tag15.xml"/><Relationship Id="rId13" Type="http://schemas.openxmlformats.org/officeDocument/2006/relationships/image" Target="../media/image2.png"/><Relationship Id="rId12" Type="http://schemas.openxmlformats.org/officeDocument/2006/relationships/tags" Target="../tags/tag14.xml"/><Relationship Id="rId11" Type="http://schemas.openxmlformats.org/officeDocument/2006/relationships/image" Target="NULL" TargetMode="Externa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image" Target="NULL" TargetMode="External"/><Relationship Id="rId8" Type="http://schemas.openxmlformats.org/officeDocument/2006/relationships/image" Target="../media/image10.png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57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image" Target="../media/image14.png"/><Relationship Id="rId26" Type="http://schemas.openxmlformats.org/officeDocument/2006/relationships/tags" Target="../tags/tag72.xml"/><Relationship Id="rId25" Type="http://schemas.openxmlformats.org/officeDocument/2006/relationships/image" Target="../media/image5.png"/><Relationship Id="rId24" Type="http://schemas.openxmlformats.org/officeDocument/2006/relationships/tags" Target="../tags/tag71.xml"/><Relationship Id="rId23" Type="http://schemas.openxmlformats.org/officeDocument/2006/relationships/image" Target="../media/image13.png"/><Relationship Id="rId22" Type="http://schemas.openxmlformats.org/officeDocument/2006/relationships/tags" Target="../tags/tag70.xml"/><Relationship Id="rId21" Type="http://schemas.openxmlformats.org/officeDocument/2006/relationships/image" Target="../media/image3.png"/><Relationship Id="rId20" Type="http://schemas.openxmlformats.org/officeDocument/2006/relationships/tags" Target="../tags/tag69.xml"/><Relationship Id="rId2" Type="http://schemas.openxmlformats.org/officeDocument/2006/relationships/tags" Target="../tags/tag56.xml"/><Relationship Id="rId19" Type="http://schemas.openxmlformats.org/officeDocument/2006/relationships/image" Target="../media/image12.png"/><Relationship Id="rId18" Type="http://schemas.openxmlformats.org/officeDocument/2006/relationships/tags" Target="../tags/tag68.xml"/><Relationship Id="rId17" Type="http://schemas.openxmlformats.org/officeDocument/2006/relationships/image" Target="../media/image8.png"/><Relationship Id="rId16" Type="http://schemas.openxmlformats.org/officeDocument/2006/relationships/tags" Target="../tags/tag67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image" Target="../media/image11.png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image" Target="NULL" TargetMode="External"/><Relationship Id="rId8" Type="http://schemas.openxmlformats.org/officeDocument/2006/relationships/image" Target="../media/image1.png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9" Type="http://schemas.openxmlformats.org/officeDocument/2006/relationships/tags" Target="../tags/tag97.xml"/><Relationship Id="rId28" Type="http://schemas.openxmlformats.org/officeDocument/2006/relationships/tags" Target="../tags/tag96.xml"/><Relationship Id="rId27" Type="http://schemas.openxmlformats.org/officeDocument/2006/relationships/tags" Target="../tags/tag95.xml"/><Relationship Id="rId26" Type="http://schemas.openxmlformats.org/officeDocument/2006/relationships/tags" Target="../tags/tag94.xml"/><Relationship Id="rId25" Type="http://schemas.openxmlformats.org/officeDocument/2006/relationships/tags" Target="../tags/tag93.xml"/><Relationship Id="rId24" Type="http://schemas.openxmlformats.org/officeDocument/2006/relationships/image" Target="../media/image5.png"/><Relationship Id="rId23" Type="http://schemas.openxmlformats.org/officeDocument/2006/relationships/tags" Target="../tags/tag92.xml"/><Relationship Id="rId22" Type="http://schemas.openxmlformats.org/officeDocument/2006/relationships/image" Target="../media/image3.png"/><Relationship Id="rId21" Type="http://schemas.openxmlformats.org/officeDocument/2006/relationships/tags" Target="../tags/tag91.xml"/><Relationship Id="rId20" Type="http://schemas.openxmlformats.org/officeDocument/2006/relationships/tags" Target="../tags/tag90.xml"/><Relationship Id="rId2" Type="http://schemas.openxmlformats.org/officeDocument/2006/relationships/tags" Target="../tags/tag79.xml"/><Relationship Id="rId19" Type="http://schemas.openxmlformats.org/officeDocument/2006/relationships/image" Target="../media/image16.png"/><Relationship Id="rId18" Type="http://schemas.openxmlformats.org/officeDocument/2006/relationships/tags" Target="../tags/tag89.xml"/><Relationship Id="rId17" Type="http://schemas.openxmlformats.org/officeDocument/2006/relationships/image" Target="../media/image7.png"/><Relationship Id="rId16" Type="http://schemas.openxmlformats.org/officeDocument/2006/relationships/tags" Target="../tags/tag88.xml"/><Relationship Id="rId15" Type="http://schemas.openxmlformats.org/officeDocument/2006/relationships/image" Target="../media/image6.png"/><Relationship Id="rId14" Type="http://schemas.openxmlformats.org/officeDocument/2006/relationships/tags" Target="../tags/tag87.xml"/><Relationship Id="rId13" Type="http://schemas.openxmlformats.org/officeDocument/2006/relationships/image" Target="../media/image15.png"/><Relationship Id="rId12" Type="http://schemas.openxmlformats.org/officeDocument/2006/relationships/tags" Target="../tags/tag86.xml"/><Relationship Id="rId11" Type="http://schemas.openxmlformats.org/officeDocument/2006/relationships/image" Target="../media/image11.png"/><Relationship Id="rId10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image" Target="../media/image3.png"/><Relationship Id="rId6" Type="http://schemas.openxmlformats.org/officeDocument/2006/relationships/tags" Target="../tags/tag100.xml"/><Relationship Id="rId5" Type="http://schemas.openxmlformats.org/officeDocument/2006/relationships/image" Target="NULL" TargetMode="External"/><Relationship Id="rId4" Type="http://schemas.openxmlformats.org/officeDocument/2006/relationships/image" Target="../media/image5.png"/><Relationship Id="rId33" Type="http://schemas.openxmlformats.org/officeDocument/2006/relationships/tags" Target="../tags/tag120.xml"/><Relationship Id="rId32" Type="http://schemas.openxmlformats.org/officeDocument/2006/relationships/tags" Target="../tags/tag119.xml"/><Relationship Id="rId31" Type="http://schemas.openxmlformats.org/officeDocument/2006/relationships/tags" Target="../tags/tag118.xml"/><Relationship Id="rId30" Type="http://schemas.openxmlformats.org/officeDocument/2006/relationships/tags" Target="../tags/tag117.xml"/><Relationship Id="rId3" Type="http://schemas.openxmlformats.org/officeDocument/2006/relationships/tags" Target="../tags/tag99.xml"/><Relationship Id="rId29" Type="http://schemas.openxmlformats.org/officeDocument/2006/relationships/tags" Target="../tags/tag116.xml"/><Relationship Id="rId28" Type="http://schemas.openxmlformats.org/officeDocument/2006/relationships/image" Target="../media/image19.png"/><Relationship Id="rId27" Type="http://schemas.openxmlformats.org/officeDocument/2006/relationships/tags" Target="../tags/tag115.xml"/><Relationship Id="rId26" Type="http://schemas.openxmlformats.org/officeDocument/2006/relationships/image" Target="../media/image18.png"/><Relationship Id="rId25" Type="http://schemas.openxmlformats.org/officeDocument/2006/relationships/tags" Target="../tags/tag114.xml"/><Relationship Id="rId24" Type="http://schemas.openxmlformats.org/officeDocument/2006/relationships/tags" Target="../tags/tag113.xml"/><Relationship Id="rId23" Type="http://schemas.openxmlformats.org/officeDocument/2006/relationships/tags" Target="../tags/tag112.xml"/><Relationship Id="rId22" Type="http://schemas.openxmlformats.org/officeDocument/2006/relationships/image" Target="../media/image14.png"/><Relationship Id="rId21" Type="http://schemas.openxmlformats.org/officeDocument/2006/relationships/tags" Target="../tags/tag111.xml"/><Relationship Id="rId20" Type="http://schemas.openxmlformats.org/officeDocument/2006/relationships/image" Target="../media/image17.png"/><Relationship Id="rId2" Type="http://schemas.openxmlformats.org/officeDocument/2006/relationships/tags" Target="../tags/tag98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image" Target="../media/image11.png"/><Relationship Id="rId12" Type="http://schemas.openxmlformats.org/officeDocument/2006/relationships/tags" Target="../tags/tag104.xml"/><Relationship Id="rId11" Type="http://schemas.openxmlformats.org/officeDocument/2006/relationships/image" Target="../media/image10.png"/><Relationship Id="rId10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8" Type="http://schemas.openxmlformats.org/officeDocument/2006/relationships/tags" Target="../tags/tag137.xml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_#color_$accent1_$accent1-2764&amp;130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gradFill>
            <a:gsLst>
              <a:gs pos="55000">
                <a:schemeClr val="accent1">
                  <a:alpha val="0"/>
                </a:schemeClr>
              </a:gs>
              <a:gs pos="100000">
                <a:schemeClr val="accent1">
                  <a:alpha val="41000"/>
                </a:schemeClr>
              </a:gs>
            </a:gsLst>
            <a:lin ang="83173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0" name="Ellipse 2_#color_$accent1_$accent1-2764&amp;1411"/>
          <p:cNvSpPr/>
          <p:nvPr userDrawn="1">
            <p:custDataLst>
              <p:tags r:id="rId3"/>
            </p:custDataLst>
          </p:nvPr>
        </p:nvSpPr>
        <p:spPr>
          <a:xfrm>
            <a:off x="6727713" y="0"/>
            <a:ext cx="5464287" cy="1897297"/>
          </a:xfrm>
          <a:custGeom>
            <a:avLst/>
            <a:gdLst/>
            <a:ahLst/>
            <a:cxnLst/>
            <a:rect l="l" t="t" r="r" b="b"/>
            <a:pathLst>
              <a:path w="5464287" h="1897297">
                <a:moveTo>
                  <a:pt x="5464289" y="515281"/>
                </a:moveTo>
                <a:cubicBezTo>
                  <a:pt x="4904829" y="1348664"/>
                  <a:pt x="3952519" y="1897291"/>
                  <a:pt x="2871813" y="1897291"/>
                </a:cubicBezTo>
                <a:cubicBezTo>
                  <a:pt x="1581417" y="1897291"/>
                  <a:pt x="474108" y="1115135"/>
                  <a:pt x="0" y="0"/>
                </a:cubicBezTo>
                <a:lnTo>
                  <a:pt x="5464289" y="0"/>
                </a:lnTo>
                <a:lnTo>
                  <a:pt x="5464289" y="515281"/>
                </a:lnTo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65000">
                <a:schemeClr val="accent1">
                  <a:alpha val="5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Union_#color_$accent1_$accent1-2764&amp;1432"/>
          <p:cNvSpPr/>
          <p:nvPr userDrawn="1">
            <p:custDataLst>
              <p:tags r:id="rId4"/>
            </p:custDataLst>
          </p:nvPr>
        </p:nvSpPr>
        <p:spPr>
          <a:xfrm>
            <a:off x="6772821" y="0"/>
            <a:ext cx="5419179" cy="2055970"/>
          </a:xfrm>
          <a:custGeom>
            <a:avLst/>
            <a:gdLst/>
            <a:ahLst/>
            <a:cxnLst/>
            <a:rect l="l" t="t" r="r" b="b"/>
            <a:pathLst>
              <a:path w="5419179" h="2055970">
                <a:moveTo>
                  <a:pt x="4974006" y="0"/>
                </a:moveTo>
                <a:lnTo>
                  <a:pt x="4897806" y="0"/>
                </a:lnTo>
                <a:lnTo>
                  <a:pt x="5419179" y="301027"/>
                </a:lnTo>
                <a:lnTo>
                  <a:pt x="5419179" y="257031"/>
                </a:lnTo>
                <a:lnTo>
                  <a:pt x="4974006" y="0"/>
                </a:lnTo>
                <a:moveTo>
                  <a:pt x="694025" y="0"/>
                </a:moveTo>
                <a:lnTo>
                  <a:pt x="9528" y="395207"/>
                </a:lnTo>
                <a:cubicBezTo>
                  <a:pt x="417" y="400468"/>
                  <a:pt x="-2705" y="412119"/>
                  <a:pt x="2556" y="421230"/>
                </a:cubicBezTo>
                <a:cubicBezTo>
                  <a:pt x="7816" y="430341"/>
                  <a:pt x="19467" y="433464"/>
                  <a:pt x="28579" y="428202"/>
                </a:cubicBezTo>
                <a:lnTo>
                  <a:pt x="770223" y="0"/>
                </a:lnTo>
                <a:lnTo>
                  <a:pt x="694025" y="0"/>
                </a:lnTo>
                <a:moveTo>
                  <a:pt x="1358062" y="0"/>
                </a:moveTo>
                <a:lnTo>
                  <a:pt x="331786" y="861153"/>
                </a:lnTo>
                <a:cubicBezTo>
                  <a:pt x="323727" y="867915"/>
                  <a:pt x="322675" y="879931"/>
                  <a:pt x="329439" y="887990"/>
                </a:cubicBezTo>
                <a:cubicBezTo>
                  <a:pt x="336201" y="896050"/>
                  <a:pt x="348217" y="897101"/>
                  <a:pt x="356277" y="890339"/>
                </a:cubicBezTo>
                <a:lnTo>
                  <a:pt x="1417333" y="0"/>
                </a:lnTo>
                <a:lnTo>
                  <a:pt x="1358062" y="0"/>
                </a:lnTo>
                <a:moveTo>
                  <a:pt x="1790776" y="0"/>
                </a:moveTo>
                <a:lnTo>
                  <a:pt x="729997" y="1264175"/>
                </a:lnTo>
                <a:cubicBezTo>
                  <a:pt x="723235" y="1272235"/>
                  <a:pt x="724285" y="1284249"/>
                  <a:pt x="732346" y="1291019"/>
                </a:cubicBezTo>
                <a:cubicBezTo>
                  <a:pt x="740405" y="1297775"/>
                  <a:pt x="752420" y="1296721"/>
                  <a:pt x="759183" y="1288669"/>
                </a:cubicBezTo>
                <a:lnTo>
                  <a:pt x="1840509" y="0"/>
                </a:lnTo>
                <a:lnTo>
                  <a:pt x="1790776" y="0"/>
                </a:lnTo>
                <a:moveTo>
                  <a:pt x="2111337" y="0"/>
                </a:moveTo>
                <a:lnTo>
                  <a:pt x="1192244" y="1591869"/>
                </a:lnTo>
                <a:cubicBezTo>
                  <a:pt x="1186984" y="1600975"/>
                  <a:pt x="1190106" y="1612633"/>
                  <a:pt x="1199218" y="1617891"/>
                </a:cubicBezTo>
                <a:cubicBezTo>
                  <a:pt x="1208329" y="1623149"/>
                  <a:pt x="1219979" y="1620025"/>
                  <a:pt x="1225240" y="1610919"/>
                </a:cubicBezTo>
                <a:lnTo>
                  <a:pt x="2155330" y="0"/>
                </a:lnTo>
                <a:lnTo>
                  <a:pt x="2111337" y="0"/>
                </a:lnTo>
                <a:moveTo>
                  <a:pt x="2371966" y="0"/>
                </a:moveTo>
                <a:lnTo>
                  <a:pt x="1704327" y="1834312"/>
                </a:lnTo>
                <a:cubicBezTo>
                  <a:pt x="1700733" y="1844192"/>
                  <a:pt x="1705826" y="1855127"/>
                  <a:pt x="1715719" y="1858734"/>
                </a:cubicBezTo>
                <a:cubicBezTo>
                  <a:pt x="1725600" y="1862328"/>
                  <a:pt x="1736535" y="1857223"/>
                  <a:pt x="1740129" y="1847342"/>
                </a:cubicBezTo>
                <a:lnTo>
                  <a:pt x="2412505" y="0"/>
                </a:lnTo>
                <a:lnTo>
                  <a:pt x="2371966" y="0"/>
                </a:lnTo>
                <a:moveTo>
                  <a:pt x="2600668" y="0"/>
                </a:moveTo>
                <a:lnTo>
                  <a:pt x="2250796" y="1984159"/>
                </a:lnTo>
                <a:cubicBezTo>
                  <a:pt x="2248967" y="1994522"/>
                  <a:pt x="2255876" y="2004403"/>
                  <a:pt x="2266239" y="2006232"/>
                </a:cubicBezTo>
                <a:cubicBezTo>
                  <a:pt x="2276602" y="2008061"/>
                  <a:pt x="2286483" y="2001139"/>
                  <a:pt x="2288311" y="1990776"/>
                </a:cubicBezTo>
                <a:lnTo>
                  <a:pt x="2639352" y="0"/>
                </a:lnTo>
                <a:lnTo>
                  <a:pt x="2600668" y="0"/>
                </a:lnTo>
                <a:moveTo>
                  <a:pt x="2814904" y="0"/>
                </a:moveTo>
                <a:lnTo>
                  <a:pt x="2814904" y="2036915"/>
                </a:lnTo>
                <a:cubicBezTo>
                  <a:pt x="2814904" y="2047443"/>
                  <a:pt x="2823439" y="2055965"/>
                  <a:pt x="2833954" y="2055965"/>
                </a:cubicBezTo>
                <a:cubicBezTo>
                  <a:pt x="2844483" y="2055965"/>
                  <a:pt x="2853004" y="2047443"/>
                  <a:pt x="2853004" y="2036915"/>
                </a:cubicBezTo>
                <a:lnTo>
                  <a:pt x="2853004" y="0"/>
                </a:lnTo>
                <a:lnTo>
                  <a:pt x="2814904" y="0"/>
                </a:lnTo>
                <a:moveTo>
                  <a:pt x="3028671" y="0"/>
                </a:moveTo>
                <a:lnTo>
                  <a:pt x="3379711" y="1990776"/>
                </a:lnTo>
                <a:cubicBezTo>
                  <a:pt x="3381540" y="2001139"/>
                  <a:pt x="3391421" y="2008061"/>
                  <a:pt x="3401784" y="2006232"/>
                </a:cubicBezTo>
                <a:cubicBezTo>
                  <a:pt x="3412147" y="2004403"/>
                  <a:pt x="3419069" y="1994522"/>
                  <a:pt x="3417240" y="1984159"/>
                </a:cubicBezTo>
                <a:lnTo>
                  <a:pt x="3067355" y="0"/>
                </a:lnTo>
                <a:lnTo>
                  <a:pt x="3028671" y="0"/>
                </a:lnTo>
                <a:moveTo>
                  <a:pt x="3255404" y="0"/>
                </a:moveTo>
                <a:lnTo>
                  <a:pt x="3927780" y="1847342"/>
                </a:lnTo>
                <a:cubicBezTo>
                  <a:pt x="3931374" y="1857223"/>
                  <a:pt x="3942309" y="1862328"/>
                  <a:pt x="3952202" y="1858734"/>
                </a:cubicBezTo>
                <a:cubicBezTo>
                  <a:pt x="3962083" y="1855127"/>
                  <a:pt x="3967188" y="1844192"/>
                  <a:pt x="3963581" y="1834312"/>
                </a:cubicBezTo>
                <a:lnTo>
                  <a:pt x="3295955" y="0"/>
                </a:lnTo>
                <a:lnTo>
                  <a:pt x="3255404" y="0"/>
                </a:lnTo>
                <a:moveTo>
                  <a:pt x="3512693" y="0"/>
                </a:moveTo>
                <a:lnTo>
                  <a:pt x="4442790" y="1610919"/>
                </a:lnTo>
                <a:cubicBezTo>
                  <a:pt x="4448048" y="1620025"/>
                  <a:pt x="4459694" y="1623149"/>
                  <a:pt x="4468813" y="1617891"/>
                </a:cubicBezTo>
                <a:cubicBezTo>
                  <a:pt x="4477918" y="1612633"/>
                  <a:pt x="4481043" y="1600975"/>
                  <a:pt x="4475785" y="1591869"/>
                </a:cubicBezTo>
                <a:lnTo>
                  <a:pt x="3556686" y="0"/>
                </a:lnTo>
                <a:lnTo>
                  <a:pt x="3512693" y="0"/>
                </a:lnTo>
                <a:moveTo>
                  <a:pt x="3827399" y="0"/>
                </a:moveTo>
                <a:lnTo>
                  <a:pt x="4908728" y="1288669"/>
                </a:lnTo>
                <a:cubicBezTo>
                  <a:pt x="4915497" y="1296721"/>
                  <a:pt x="4927511" y="1297775"/>
                  <a:pt x="4935576" y="1291019"/>
                </a:cubicBezTo>
                <a:cubicBezTo>
                  <a:pt x="4943627" y="1284249"/>
                  <a:pt x="4944682" y="1272235"/>
                  <a:pt x="4937912" y="1264175"/>
                </a:cubicBezTo>
                <a:lnTo>
                  <a:pt x="3877132" y="0"/>
                </a:lnTo>
                <a:lnTo>
                  <a:pt x="3827399" y="0"/>
                </a:lnTo>
                <a:moveTo>
                  <a:pt x="4250703" y="0"/>
                </a:moveTo>
                <a:lnTo>
                  <a:pt x="5311750" y="890339"/>
                </a:lnTo>
                <a:cubicBezTo>
                  <a:pt x="5319814" y="897101"/>
                  <a:pt x="5331828" y="896050"/>
                  <a:pt x="5338597" y="887990"/>
                </a:cubicBezTo>
                <a:cubicBezTo>
                  <a:pt x="5345354" y="879931"/>
                  <a:pt x="5344300" y="867915"/>
                  <a:pt x="5336248" y="861153"/>
                </a:cubicBezTo>
                <a:lnTo>
                  <a:pt x="4309974" y="0"/>
                </a:lnTo>
                <a:lnTo>
                  <a:pt x="4250703" y="0"/>
                </a:lnTo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90000">
                <a:schemeClr val="accent1">
                  <a:alpha val="10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2" name="Ellipse 2_#color_$accent1_$accent1_1-2764&amp;1435"/>
          <p:cNvSpPr/>
          <p:nvPr userDrawn="1">
            <p:custDataLst>
              <p:tags r:id="rId5"/>
            </p:custDataLst>
          </p:nvPr>
        </p:nvSpPr>
        <p:spPr>
          <a:xfrm>
            <a:off x="1183087" y="5826555"/>
            <a:ext cx="3308680" cy="1031445"/>
          </a:xfrm>
          <a:custGeom>
            <a:avLst/>
            <a:gdLst/>
            <a:ahLst/>
            <a:cxnLst/>
            <a:rect l="l" t="t" r="r" b="b"/>
            <a:pathLst>
              <a:path w="3308680" h="1031445">
                <a:moveTo>
                  <a:pt x="3308680" y="1031444"/>
                </a:moveTo>
                <a:lnTo>
                  <a:pt x="0" y="1031444"/>
                </a:lnTo>
                <a:cubicBezTo>
                  <a:pt x="299763" y="420545"/>
                  <a:pt x="927939" y="0"/>
                  <a:pt x="1654340" y="0"/>
                </a:cubicBezTo>
                <a:cubicBezTo>
                  <a:pt x="2380742" y="0"/>
                  <a:pt x="3008922" y="420545"/>
                  <a:pt x="3308680" y="1031444"/>
                </a:cubicBezTo>
              </a:path>
            </a:pathLst>
          </a:custGeom>
          <a:solidFill>
            <a:schemeClr val="accent1">
              <a:alpha val="20000"/>
            </a:schemeClr>
          </a:solidFill>
        </p:spPr>
      </p:sp>
      <p:sp>
        <p:nvSpPr>
          <p:cNvPr id="13" name="Union_#color_$accent1_$accent1-2764&amp;1456"/>
          <p:cNvSpPr/>
          <p:nvPr userDrawn="1">
            <p:custDataLst>
              <p:tags r:id="rId6"/>
            </p:custDataLst>
          </p:nvPr>
        </p:nvSpPr>
        <p:spPr>
          <a:xfrm>
            <a:off x="1181829" y="5753100"/>
            <a:ext cx="3318269" cy="1104900"/>
          </a:xfrm>
          <a:custGeom>
            <a:avLst/>
            <a:gdLst/>
            <a:ahLst/>
            <a:cxnLst/>
            <a:rect l="l" t="t" r="r" b="b"/>
            <a:pathLst>
              <a:path w="3318269" h="1104900">
                <a:moveTo>
                  <a:pt x="3085656" y="1104900"/>
                </a:moveTo>
                <a:lnTo>
                  <a:pt x="3311919" y="974264"/>
                </a:lnTo>
                <a:cubicBezTo>
                  <a:pt x="3317989" y="970758"/>
                  <a:pt x="3320072" y="962990"/>
                  <a:pt x="3316567" y="956916"/>
                </a:cubicBezTo>
                <a:cubicBezTo>
                  <a:pt x="3313062" y="950841"/>
                  <a:pt x="3305289" y="948761"/>
                  <a:pt x="3299219" y="952269"/>
                </a:cubicBezTo>
                <a:lnTo>
                  <a:pt x="3034856" y="1104900"/>
                </a:lnTo>
                <a:lnTo>
                  <a:pt x="3085656" y="1104900"/>
                </a:lnTo>
                <a:moveTo>
                  <a:pt x="2642934" y="1104900"/>
                </a:moveTo>
                <a:lnTo>
                  <a:pt x="3123667" y="701518"/>
                </a:lnTo>
                <a:cubicBezTo>
                  <a:pt x="3129039" y="697009"/>
                  <a:pt x="3129737" y="688999"/>
                  <a:pt x="3125229" y="683626"/>
                </a:cubicBezTo>
                <a:cubicBezTo>
                  <a:pt x="3120720" y="678252"/>
                  <a:pt x="3112707" y="677551"/>
                  <a:pt x="3107334" y="682060"/>
                </a:cubicBezTo>
                <a:lnTo>
                  <a:pt x="2603424" y="1104900"/>
                </a:lnTo>
                <a:lnTo>
                  <a:pt x="2642934" y="1104900"/>
                </a:lnTo>
                <a:moveTo>
                  <a:pt x="2354491" y="1104900"/>
                </a:moveTo>
                <a:lnTo>
                  <a:pt x="2890876" y="465672"/>
                </a:lnTo>
                <a:cubicBezTo>
                  <a:pt x="2895384" y="460299"/>
                  <a:pt x="2894686" y="452289"/>
                  <a:pt x="2889314" y="447779"/>
                </a:cubicBezTo>
                <a:cubicBezTo>
                  <a:pt x="2883941" y="443272"/>
                  <a:pt x="2875928" y="443972"/>
                  <a:pt x="2871419" y="449345"/>
                </a:cubicBezTo>
                <a:lnTo>
                  <a:pt x="2321331" y="1104900"/>
                </a:lnTo>
                <a:lnTo>
                  <a:pt x="2354491" y="1104900"/>
                </a:lnTo>
                <a:moveTo>
                  <a:pt x="2140877" y="1104900"/>
                </a:moveTo>
                <a:lnTo>
                  <a:pt x="2620734" y="273782"/>
                </a:lnTo>
                <a:cubicBezTo>
                  <a:pt x="2624239" y="267707"/>
                  <a:pt x="2622156" y="259940"/>
                  <a:pt x="2616086" y="256433"/>
                </a:cubicBezTo>
                <a:cubicBezTo>
                  <a:pt x="2610015" y="252926"/>
                  <a:pt x="2602243" y="255007"/>
                  <a:pt x="2598738" y="261082"/>
                </a:cubicBezTo>
                <a:lnTo>
                  <a:pt x="2111540" y="1104900"/>
                </a:lnTo>
                <a:lnTo>
                  <a:pt x="2140877" y="1104900"/>
                </a:lnTo>
                <a:moveTo>
                  <a:pt x="1967052" y="1104900"/>
                </a:moveTo>
                <a:lnTo>
                  <a:pt x="2321268" y="131672"/>
                </a:lnTo>
                <a:cubicBezTo>
                  <a:pt x="2323668" y="125082"/>
                  <a:pt x="2320277" y="117794"/>
                  <a:pt x="2313686" y="115395"/>
                </a:cubicBezTo>
                <a:cubicBezTo>
                  <a:pt x="2307095" y="112996"/>
                  <a:pt x="2299805" y="116394"/>
                  <a:pt x="2297405" y="122986"/>
                </a:cubicBezTo>
                <a:lnTo>
                  <a:pt x="1940014" y="1104900"/>
                </a:lnTo>
                <a:lnTo>
                  <a:pt x="1967052" y="1104900"/>
                </a:lnTo>
                <a:moveTo>
                  <a:pt x="1814678" y="1104900"/>
                </a:moveTo>
                <a:lnTo>
                  <a:pt x="2001787" y="43761"/>
                </a:lnTo>
                <a:cubicBezTo>
                  <a:pt x="2003006" y="36853"/>
                  <a:pt x="1998396" y="30266"/>
                  <a:pt x="1991487" y="29048"/>
                </a:cubicBezTo>
                <a:cubicBezTo>
                  <a:pt x="1984578" y="27830"/>
                  <a:pt x="1978000" y="32442"/>
                  <a:pt x="1976780" y="39350"/>
                </a:cubicBezTo>
                <a:lnTo>
                  <a:pt x="1788884" y="1104900"/>
                </a:lnTo>
                <a:lnTo>
                  <a:pt x="1814678" y="1104900"/>
                </a:lnTo>
                <a:moveTo>
                  <a:pt x="1671803" y="1104900"/>
                </a:moveTo>
                <a:lnTo>
                  <a:pt x="1671803" y="12700"/>
                </a:lnTo>
                <a:cubicBezTo>
                  <a:pt x="1671803" y="5686"/>
                  <a:pt x="1666113" y="0"/>
                  <a:pt x="1659103" y="0"/>
                </a:cubicBezTo>
                <a:cubicBezTo>
                  <a:pt x="1652092" y="0"/>
                  <a:pt x="1646403" y="5686"/>
                  <a:pt x="1646403" y="12700"/>
                </a:cubicBezTo>
                <a:lnTo>
                  <a:pt x="1646403" y="1104900"/>
                </a:lnTo>
                <a:lnTo>
                  <a:pt x="1671803" y="1104900"/>
                </a:lnTo>
                <a:moveTo>
                  <a:pt x="1529385" y="1104900"/>
                </a:moveTo>
                <a:lnTo>
                  <a:pt x="1341501" y="39350"/>
                </a:lnTo>
                <a:cubicBezTo>
                  <a:pt x="1340282" y="32442"/>
                  <a:pt x="1333691" y="27830"/>
                  <a:pt x="1326782" y="29048"/>
                </a:cubicBezTo>
                <a:cubicBezTo>
                  <a:pt x="1319873" y="30266"/>
                  <a:pt x="1315263" y="36853"/>
                  <a:pt x="1316482" y="43761"/>
                </a:cubicBezTo>
                <a:lnTo>
                  <a:pt x="1503604" y="1104900"/>
                </a:lnTo>
                <a:lnTo>
                  <a:pt x="1529385" y="1104900"/>
                </a:lnTo>
                <a:moveTo>
                  <a:pt x="1378191" y="1104900"/>
                </a:moveTo>
                <a:lnTo>
                  <a:pt x="1020804" y="122986"/>
                </a:lnTo>
                <a:cubicBezTo>
                  <a:pt x="1018405" y="116394"/>
                  <a:pt x="1011117" y="112996"/>
                  <a:pt x="1004526" y="115395"/>
                </a:cubicBezTo>
                <a:cubicBezTo>
                  <a:pt x="997936" y="117794"/>
                  <a:pt x="994537" y="125082"/>
                  <a:pt x="996936" y="131672"/>
                </a:cubicBezTo>
                <a:lnTo>
                  <a:pt x="1351166" y="1104900"/>
                </a:lnTo>
                <a:lnTo>
                  <a:pt x="1378191" y="1104900"/>
                </a:lnTo>
                <a:moveTo>
                  <a:pt x="1206731" y="1104900"/>
                </a:moveTo>
                <a:lnTo>
                  <a:pt x="719536" y="261082"/>
                </a:lnTo>
                <a:cubicBezTo>
                  <a:pt x="716029" y="255007"/>
                  <a:pt x="708261" y="252926"/>
                  <a:pt x="702187" y="256433"/>
                </a:cubicBezTo>
                <a:cubicBezTo>
                  <a:pt x="696112" y="259940"/>
                  <a:pt x="694032" y="267707"/>
                  <a:pt x="697539" y="273782"/>
                </a:cubicBezTo>
                <a:lnTo>
                  <a:pt x="1177400" y="1104900"/>
                </a:lnTo>
                <a:lnTo>
                  <a:pt x="1206731" y="1104900"/>
                </a:lnTo>
                <a:moveTo>
                  <a:pt x="996870" y="1104900"/>
                </a:moveTo>
                <a:lnTo>
                  <a:pt x="446789" y="449345"/>
                </a:lnTo>
                <a:cubicBezTo>
                  <a:pt x="442280" y="443972"/>
                  <a:pt x="434270" y="443272"/>
                  <a:pt x="428897" y="447779"/>
                </a:cubicBezTo>
                <a:cubicBezTo>
                  <a:pt x="423523" y="452289"/>
                  <a:pt x="422822" y="460299"/>
                  <a:pt x="427331" y="465672"/>
                </a:cubicBezTo>
                <a:lnTo>
                  <a:pt x="963713" y="1104900"/>
                </a:lnTo>
                <a:lnTo>
                  <a:pt x="996870" y="1104900"/>
                </a:lnTo>
                <a:moveTo>
                  <a:pt x="714863" y="1104900"/>
                </a:moveTo>
                <a:lnTo>
                  <a:pt x="210946" y="682060"/>
                </a:lnTo>
                <a:cubicBezTo>
                  <a:pt x="205574" y="677551"/>
                  <a:pt x="197562" y="678252"/>
                  <a:pt x="193054" y="683626"/>
                </a:cubicBezTo>
                <a:cubicBezTo>
                  <a:pt x="188545" y="688999"/>
                  <a:pt x="189247" y="697009"/>
                  <a:pt x="194620" y="701518"/>
                </a:cubicBezTo>
                <a:lnTo>
                  <a:pt x="675347" y="1104900"/>
                </a:lnTo>
                <a:lnTo>
                  <a:pt x="714863" y="1104900"/>
                </a:lnTo>
                <a:moveTo>
                  <a:pt x="283409" y="1104900"/>
                </a:moveTo>
                <a:lnTo>
                  <a:pt x="232612" y="1104900"/>
                </a:lnTo>
                <a:lnTo>
                  <a:pt x="6352" y="974264"/>
                </a:lnTo>
                <a:cubicBezTo>
                  <a:pt x="278" y="970758"/>
                  <a:pt x="-1803" y="962990"/>
                  <a:pt x="1704" y="956916"/>
                </a:cubicBezTo>
                <a:cubicBezTo>
                  <a:pt x="5211" y="950841"/>
                  <a:pt x="12978" y="948761"/>
                  <a:pt x="19052" y="952269"/>
                </a:cubicBezTo>
                <a:lnTo>
                  <a:pt x="283409" y="1104900"/>
                </a:lnTo>
              </a:path>
            </a:pathLst>
          </a:custGeom>
          <a:gradFill>
            <a:gsLst>
              <a:gs pos="0">
                <a:schemeClr val="accent1">
                  <a:alpha val="60000"/>
                </a:schemeClr>
              </a:gs>
              <a:gs pos="100000">
                <a:schemeClr val="accent1">
                  <a:alpha val="6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4" name="Ellipse 2_#color_$accent3_$accent3-2764&amp;1459"/>
          <p:cNvSpPr/>
          <p:nvPr userDrawn="1">
            <p:custDataLst>
              <p:tags r:id="rId7"/>
            </p:custDataLst>
          </p:nvPr>
        </p:nvSpPr>
        <p:spPr>
          <a:xfrm>
            <a:off x="0" y="5200929"/>
            <a:ext cx="1852163" cy="1657071"/>
          </a:xfrm>
          <a:custGeom>
            <a:avLst/>
            <a:gdLst/>
            <a:ahLst/>
            <a:cxnLst/>
            <a:rect l="l" t="t" r="r" b="b"/>
            <a:pathLst>
              <a:path w="1852163" h="1657071">
                <a:moveTo>
                  <a:pt x="1830045" y="1657071"/>
                </a:moveTo>
                <a:lnTo>
                  <a:pt x="0" y="1657071"/>
                </a:lnTo>
                <a:lnTo>
                  <a:pt x="0" y="71798"/>
                </a:lnTo>
                <a:cubicBezTo>
                  <a:pt x="139850" y="25222"/>
                  <a:pt x="289460" y="0"/>
                  <a:pt x="444958" y="0"/>
                </a:cubicBezTo>
                <a:cubicBezTo>
                  <a:pt x="1222136" y="0"/>
                  <a:pt x="1852168" y="630027"/>
                  <a:pt x="1852168" y="1407198"/>
                </a:cubicBezTo>
                <a:cubicBezTo>
                  <a:pt x="1852168" y="1492479"/>
                  <a:pt x="1844573" y="1575981"/>
                  <a:pt x="1830045" y="1657071"/>
                </a:cubicBezTo>
              </a:path>
            </a:pathLst>
          </a:custGeom>
          <a:gradFill>
            <a:gsLst>
              <a:gs pos="0">
                <a:schemeClr val="accent3">
                  <a:alpha val="42000"/>
                </a:schemeClr>
              </a:gs>
              <a:gs pos="100000">
                <a:schemeClr val="accent3">
                  <a:alpha val="12600"/>
                </a:schemeClr>
              </a:gs>
            </a:gsLst>
            <a:lin ang="539620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5" name="Union_#color_$accent3_$accent3-2764&amp;1480"/>
          <p:cNvSpPr/>
          <p:nvPr userDrawn="1">
            <p:custDataLst>
              <p:tags r:id="rId8"/>
            </p:custDataLst>
          </p:nvPr>
        </p:nvSpPr>
        <p:spPr>
          <a:xfrm>
            <a:off x="0" y="5092700"/>
            <a:ext cx="1962117" cy="1765300"/>
          </a:xfrm>
          <a:custGeom>
            <a:avLst/>
            <a:gdLst/>
            <a:ahLst/>
            <a:cxnLst/>
            <a:rect l="l" t="t" r="r" b="b"/>
            <a:pathLst>
              <a:path w="1962117" h="1765300">
                <a:moveTo>
                  <a:pt x="0" y="321706"/>
                </a:moveTo>
                <a:lnTo>
                  <a:pt x="0" y="247442"/>
                </a:lnTo>
                <a:lnTo>
                  <a:pt x="409969" y="1373823"/>
                </a:lnTo>
                <a:lnTo>
                  <a:pt x="174363" y="37698"/>
                </a:lnTo>
                <a:cubicBezTo>
                  <a:pt x="173145" y="30791"/>
                  <a:pt x="177758" y="24204"/>
                  <a:pt x="184666" y="22986"/>
                </a:cubicBezTo>
                <a:cubicBezTo>
                  <a:pt x="191573" y="21768"/>
                  <a:pt x="198159" y="26380"/>
                  <a:pt x="199379" y="33287"/>
                </a:cubicBezTo>
                <a:lnTo>
                  <a:pt x="434932" y="1369124"/>
                </a:lnTo>
                <a:lnTo>
                  <a:pt x="434932" y="12700"/>
                </a:lnTo>
                <a:cubicBezTo>
                  <a:pt x="434932" y="5686"/>
                  <a:pt x="440618" y="0"/>
                  <a:pt x="447632" y="0"/>
                </a:cubicBezTo>
                <a:cubicBezTo>
                  <a:pt x="454646" y="0"/>
                  <a:pt x="460332" y="5686"/>
                  <a:pt x="460332" y="12700"/>
                </a:cubicBezTo>
                <a:lnTo>
                  <a:pt x="460332" y="1369428"/>
                </a:lnTo>
                <a:lnTo>
                  <a:pt x="695940" y="33287"/>
                </a:lnTo>
                <a:cubicBezTo>
                  <a:pt x="697158" y="26380"/>
                  <a:pt x="703744" y="21768"/>
                  <a:pt x="710651" y="22986"/>
                </a:cubicBezTo>
                <a:cubicBezTo>
                  <a:pt x="717559" y="24204"/>
                  <a:pt x="722172" y="30791"/>
                  <a:pt x="720954" y="37698"/>
                </a:cubicBezTo>
                <a:lnTo>
                  <a:pt x="485399" y="1373530"/>
                </a:lnTo>
                <a:lnTo>
                  <a:pt x="949328" y="98903"/>
                </a:lnTo>
                <a:cubicBezTo>
                  <a:pt x="951727" y="92312"/>
                  <a:pt x="959014" y="88914"/>
                  <a:pt x="965605" y="91313"/>
                </a:cubicBezTo>
                <a:cubicBezTo>
                  <a:pt x="972196" y="93711"/>
                  <a:pt x="975595" y="100999"/>
                  <a:pt x="973196" y="107590"/>
                </a:cubicBezTo>
                <a:lnTo>
                  <a:pt x="509139" y="1382573"/>
                </a:lnTo>
                <a:lnTo>
                  <a:pt x="1187553" y="207566"/>
                </a:lnTo>
                <a:cubicBezTo>
                  <a:pt x="1191061" y="201492"/>
                  <a:pt x="1198828" y="199412"/>
                  <a:pt x="1204901" y="202918"/>
                </a:cubicBezTo>
                <a:cubicBezTo>
                  <a:pt x="1210975" y="206426"/>
                  <a:pt x="1213057" y="214193"/>
                  <a:pt x="1209551" y="220268"/>
                </a:cubicBezTo>
                <a:lnTo>
                  <a:pt x="531305" y="1394981"/>
                </a:lnTo>
                <a:lnTo>
                  <a:pt x="1403210" y="355895"/>
                </a:lnTo>
                <a:cubicBezTo>
                  <a:pt x="1407719" y="350523"/>
                  <a:pt x="1415733" y="349822"/>
                  <a:pt x="1421105" y="354330"/>
                </a:cubicBezTo>
                <a:cubicBezTo>
                  <a:pt x="1426477" y="358839"/>
                  <a:pt x="1427175" y="366848"/>
                  <a:pt x="1422667" y="372222"/>
                </a:cubicBezTo>
                <a:lnTo>
                  <a:pt x="550680" y="1411415"/>
                </a:lnTo>
                <a:lnTo>
                  <a:pt x="1589900" y="539393"/>
                </a:lnTo>
                <a:cubicBezTo>
                  <a:pt x="1595272" y="534885"/>
                  <a:pt x="1603286" y="535586"/>
                  <a:pt x="1607795" y="540959"/>
                </a:cubicBezTo>
                <a:cubicBezTo>
                  <a:pt x="1612303" y="546331"/>
                  <a:pt x="1611592" y="554342"/>
                  <a:pt x="1606220" y="558851"/>
                </a:cubicBezTo>
                <a:lnTo>
                  <a:pt x="566931" y="1430934"/>
                </a:lnTo>
                <a:lnTo>
                  <a:pt x="1741843" y="752569"/>
                </a:lnTo>
                <a:cubicBezTo>
                  <a:pt x="1747926" y="749061"/>
                  <a:pt x="1755686" y="751143"/>
                  <a:pt x="1759191" y="757217"/>
                </a:cubicBezTo>
                <a:cubicBezTo>
                  <a:pt x="1762709" y="763292"/>
                  <a:pt x="1760626" y="771059"/>
                  <a:pt x="1754543" y="774565"/>
                </a:cubicBezTo>
                <a:lnTo>
                  <a:pt x="579868" y="1452791"/>
                </a:lnTo>
                <a:lnTo>
                  <a:pt x="1854479" y="988872"/>
                </a:lnTo>
                <a:cubicBezTo>
                  <a:pt x="1861071" y="986472"/>
                  <a:pt x="1868361" y="989870"/>
                  <a:pt x="1870761" y="996461"/>
                </a:cubicBezTo>
                <a:cubicBezTo>
                  <a:pt x="1873148" y="1003052"/>
                  <a:pt x="1869758" y="1010341"/>
                  <a:pt x="1863166" y="1012739"/>
                </a:cubicBezTo>
                <a:lnTo>
                  <a:pt x="588264" y="1476769"/>
                </a:lnTo>
                <a:lnTo>
                  <a:pt x="1924368" y="1241163"/>
                </a:lnTo>
                <a:cubicBezTo>
                  <a:pt x="1931276" y="1239945"/>
                  <a:pt x="1937855" y="1244558"/>
                  <a:pt x="1939074" y="1251466"/>
                </a:cubicBezTo>
                <a:cubicBezTo>
                  <a:pt x="1940293" y="1258373"/>
                  <a:pt x="1935683" y="1264959"/>
                  <a:pt x="1928774" y="1266177"/>
                </a:cubicBezTo>
                <a:lnTo>
                  <a:pt x="592941" y="1501737"/>
                </a:lnTo>
                <a:lnTo>
                  <a:pt x="1949412" y="1501737"/>
                </a:lnTo>
                <a:cubicBezTo>
                  <a:pt x="1956435" y="1501737"/>
                  <a:pt x="1962112" y="1507414"/>
                  <a:pt x="1962112" y="1514437"/>
                </a:cubicBezTo>
                <a:cubicBezTo>
                  <a:pt x="1962112" y="1521447"/>
                  <a:pt x="1956435" y="1527137"/>
                  <a:pt x="1949412" y="1527137"/>
                </a:cubicBezTo>
                <a:lnTo>
                  <a:pt x="592634" y="1527137"/>
                </a:lnTo>
                <a:lnTo>
                  <a:pt x="1928774" y="1762735"/>
                </a:lnTo>
                <a:cubicBezTo>
                  <a:pt x="1930933" y="1763116"/>
                  <a:pt x="1932864" y="1764030"/>
                  <a:pt x="1934477" y="1765300"/>
                </a:cubicBezTo>
                <a:lnTo>
                  <a:pt x="1797025" y="1765300"/>
                </a:lnTo>
                <a:lnTo>
                  <a:pt x="588521" y="1552194"/>
                </a:lnTo>
                <a:lnTo>
                  <a:pt x="1174015" y="1765300"/>
                </a:lnTo>
                <a:lnTo>
                  <a:pt x="1099749" y="1765300"/>
                </a:lnTo>
                <a:lnTo>
                  <a:pt x="579636" y="1575994"/>
                </a:lnTo>
                <a:lnTo>
                  <a:pt x="907512" y="1765300"/>
                </a:lnTo>
                <a:lnTo>
                  <a:pt x="856713" y="1765300"/>
                </a:lnTo>
                <a:lnTo>
                  <a:pt x="567141" y="1598104"/>
                </a:lnTo>
                <a:lnTo>
                  <a:pt x="766388" y="1765300"/>
                </a:lnTo>
                <a:lnTo>
                  <a:pt x="726873" y="1765300"/>
                </a:lnTo>
                <a:lnTo>
                  <a:pt x="550531" y="1617332"/>
                </a:lnTo>
                <a:lnTo>
                  <a:pt x="674694" y="1765300"/>
                </a:lnTo>
                <a:lnTo>
                  <a:pt x="641537" y="1765300"/>
                </a:lnTo>
                <a:lnTo>
                  <a:pt x="531305" y="1633931"/>
                </a:lnTo>
                <a:lnTo>
                  <a:pt x="607153" y="1765300"/>
                </a:lnTo>
                <a:lnTo>
                  <a:pt x="577823" y="1765300"/>
                </a:lnTo>
                <a:lnTo>
                  <a:pt x="509187" y="1646428"/>
                </a:lnTo>
                <a:lnTo>
                  <a:pt x="552455" y="1765300"/>
                </a:lnTo>
                <a:lnTo>
                  <a:pt x="525424" y="1765300"/>
                </a:lnTo>
                <a:lnTo>
                  <a:pt x="485400" y="1655331"/>
                </a:lnTo>
                <a:lnTo>
                  <a:pt x="504792" y="1765300"/>
                </a:lnTo>
                <a:lnTo>
                  <a:pt x="479000" y="1765300"/>
                </a:lnTo>
                <a:lnTo>
                  <a:pt x="460332" y="1659433"/>
                </a:lnTo>
                <a:lnTo>
                  <a:pt x="460332" y="1765300"/>
                </a:lnTo>
                <a:lnTo>
                  <a:pt x="434932" y="1765300"/>
                </a:lnTo>
                <a:lnTo>
                  <a:pt x="434932" y="1659738"/>
                </a:lnTo>
                <a:lnTo>
                  <a:pt x="416317" y="1765300"/>
                </a:lnTo>
                <a:lnTo>
                  <a:pt x="390526" y="1765300"/>
                </a:lnTo>
                <a:lnTo>
                  <a:pt x="409967" y="1655051"/>
                </a:lnTo>
                <a:lnTo>
                  <a:pt x="369839" y="1765300"/>
                </a:lnTo>
                <a:lnTo>
                  <a:pt x="342809" y="1765300"/>
                </a:lnTo>
                <a:lnTo>
                  <a:pt x="385983" y="1646682"/>
                </a:lnTo>
                <a:lnTo>
                  <a:pt x="317496" y="1765300"/>
                </a:lnTo>
                <a:lnTo>
                  <a:pt x="288166" y="1765300"/>
                </a:lnTo>
                <a:lnTo>
                  <a:pt x="364136" y="1633728"/>
                </a:lnTo>
                <a:lnTo>
                  <a:pt x="253727" y="1765300"/>
                </a:lnTo>
                <a:lnTo>
                  <a:pt x="220570" y="1765300"/>
                </a:lnTo>
                <a:lnTo>
                  <a:pt x="344594" y="1617497"/>
                </a:lnTo>
                <a:lnTo>
                  <a:pt x="168449" y="1765300"/>
                </a:lnTo>
                <a:lnTo>
                  <a:pt x="128933" y="1765300"/>
                </a:lnTo>
                <a:lnTo>
                  <a:pt x="328192" y="1598104"/>
                </a:lnTo>
                <a:lnTo>
                  <a:pt x="38602" y="1765300"/>
                </a:lnTo>
                <a:lnTo>
                  <a:pt x="0" y="1765300"/>
                </a:lnTo>
                <a:lnTo>
                  <a:pt x="0" y="1758264"/>
                </a:lnTo>
                <a:lnTo>
                  <a:pt x="315764" y="1575943"/>
                </a:lnTo>
                <a:lnTo>
                  <a:pt x="0" y="1690878"/>
                </a:lnTo>
                <a:lnTo>
                  <a:pt x="0" y="1663840"/>
                </a:lnTo>
                <a:lnTo>
                  <a:pt x="306749" y="1552194"/>
                </a:lnTo>
                <a:lnTo>
                  <a:pt x="0" y="1606283"/>
                </a:lnTo>
                <a:lnTo>
                  <a:pt x="0" y="1580490"/>
                </a:lnTo>
                <a:lnTo>
                  <a:pt x="302630" y="1527137"/>
                </a:lnTo>
                <a:lnTo>
                  <a:pt x="0" y="1527137"/>
                </a:lnTo>
                <a:lnTo>
                  <a:pt x="0" y="1501737"/>
                </a:lnTo>
                <a:lnTo>
                  <a:pt x="302322" y="1501737"/>
                </a:lnTo>
                <a:lnTo>
                  <a:pt x="0" y="1448422"/>
                </a:lnTo>
                <a:lnTo>
                  <a:pt x="0" y="1422629"/>
                </a:lnTo>
                <a:lnTo>
                  <a:pt x="307007" y="1476769"/>
                </a:lnTo>
                <a:lnTo>
                  <a:pt x="0" y="1365021"/>
                </a:lnTo>
                <a:lnTo>
                  <a:pt x="0" y="1337996"/>
                </a:lnTo>
                <a:lnTo>
                  <a:pt x="315530" y="1452842"/>
                </a:lnTo>
                <a:lnTo>
                  <a:pt x="0" y="1270660"/>
                </a:lnTo>
                <a:lnTo>
                  <a:pt x="0" y="1241331"/>
                </a:lnTo>
                <a:lnTo>
                  <a:pt x="328403" y="1430934"/>
                </a:lnTo>
                <a:lnTo>
                  <a:pt x="0" y="1155375"/>
                </a:lnTo>
                <a:lnTo>
                  <a:pt x="0" y="1122218"/>
                </a:lnTo>
                <a:lnTo>
                  <a:pt x="344446" y="1411249"/>
                </a:lnTo>
                <a:lnTo>
                  <a:pt x="0" y="1000754"/>
                </a:lnTo>
                <a:lnTo>
                  <a:pt x="0" y="961239"/>
                </a:lnTo>
                <a:lnTo>
                  <a:pt x="364136" y="1395197"/>
                </a:lnTo>
                <a:lnTo>
                  <a:pt x="0" y="764513"/>
                </a:lnTo>
                <a:lnTo>
                  <a:pt x="0" y="713715"/>
                </a:lnTo>
                <a:lnTo>
                  <a:pt x="386030" y="1382319"/>
                </a:lnTo>
                <a:lnTo>
                  <a:pt x="0" y="321706"/>
                </a:lnTo>
              </a:path>
            </a:pathLst>
          </a:custGeom>
          <a:gradFill>
            <a:gsLst>
              <a:gs pos="0">
                <a:schemeClr val="accent3">
                  <a:alpha val="60000"/>
                </a:schemeClr>
              </a:gs>
              <a:gs pos="100000">
                <a:schemeClr val="accent3">
                  <a:alpha val="6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6" name="图片 15" descr="C:/Users/ADMIN/AppData/Local/Temp/fig2wpp/@png2x_03-2727&amp;7425.png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 r:link="rId11"/>
          <a:stretch>
            <a:fillRect/>
          </a:stretch>
        </p:blipFill>
        <p:spPr>
          <a:xfrm>
            <a:off x="9093200" y="0"/>
            <a:ext cx="3098800" cy="6858000"/>
          </a:xfrm>
          <a:prstGeom prst="rect">
            <a:avLst/>
          </a:prstGeom>
        </p:spPr>
      </p:pic>
      <p:pic>
        <p:nvPicPr>
          <p:cNvPr id="17" name="图片 16" descr="C:/Users/ADMIN/AppData/Local/Temp/fig2wpp/@png2x_02-2727&amp;7424.png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11"/>
          <a:stretch>
            <a:fillRect/>
          </a:stretch>
        </p:blipFill>
        <p:spPr>
          <a:xfrm>
            <a:off x="0" y="0"/>
            <a:ext cx="3345180" cy="2324735"/>
          </a:xfrm>
          <a:prstGeom prst="rect">
            <a:avLst/>
          </a:prstGeom>
        </p:spPr>
      </p:pic>
      <p:pic>
        <p:nvPicPr>
          <p:cNvPr id="18" name="图片 17" descr="C:/Users/ADMIN/AppData/Local/Temp/fig2wpp/@png2x_bg02-2727&amp;7422.png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r:link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图片 18" descr="C:/Users/ADMIN/AppData/Local/Temp/fig2wpp/@png2x_01-2727&amp;7423.png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r:link="rId11"/>
          <a:stretch>
            <a:fillRect/>
          </a:stretch>
        </p:blipFill>
        <p:spPr>
          <a:xfrm>
            <a:off x="0" y="0"/>
            <a:ext cx="4838700" cy="3746500"/>
          </a:xfrm>
          <a:prstGeom prst="rect">
            <a:avLst/>
          </a:prstGeom>
        </p:spPr>
      </p:pic>
      <p:pic>
        <p:nvPicPr>
          <p:cNvPr id="20" name="图片 19" descr="C:/Users/ADMIN/AppData/Local/Temp/fig2wpp/@png2x_bg-2692&amp;3604.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r:link="rId1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 descr="C:/Users/ADMIN/AppData/Local/Temp/fig2wpp/@png2x_07-2727&amp;8187.png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 r:link="rId11"/>
          <a:stretch>
            <a:fillRect/>
          </a:stretch>
        </p:blipFill>
        <p:spPr>
          <a:xfrm>
            <a:off x="10591800" y="1892300"/>
            <a:ext cx="647700" cy="803275"/>
          </a:xfrm>
          <a:prstGeom prst="rect">
            <a:avLst/>
          </a:prstGeom>
        </p:spPr>
      </p:pic>
      <p:pic>
        <p:nvPicPr>
          <p:cNvPr id="22" name="图片 21" descr="C:/Users/ADMIN/AppData/Local/Temp/fig2wpp/@png2x_06-2727&amp;8186.png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 r:link="rId11"/>
          <a:stretch>
            <a:fillRect/>
          </a:stretch>
        </p:blipFill>
        <p:spPr>
          <a:xfrm>
            <a:off x="1993900" y="5143500"/>
            <a:ext cx="977900" cy="685165"/>
          </a:xfrm>
          <a:prstGeom prst="rect">
            <a:avLst/>
          </a:prstGeom>
        </p:spPr>
      </p:pic>
      <p:pic>
        <p:nvPicPr>
          <p:cNvPr id="23" name="图片 22" descr="C:/Users/ADMIN/AppData/Local/Temp/fig2wpp/@png2x_05-2727&amp;8185.png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 r:link="rId11"/>
          <a:stretch>
            <a:fillRect/>
          </a:stretch>
        </p:blipFill>
        <p:spPr>
          <a:xfrm>
            <a:off x="9918700" y="4419600"/>
            <a:ext cx="2019935" cy="2011045"/>
          </a:xfrm>
          <a:prstGeom prst="rect">
            <a:avLst/>
          </a:prstGeom>
        </p:spPr>
      </p:pic>
      <p:pic>
        <p:nvPicPr>
          <p:cNvPr id="24" name="图片 23" descr="C:/Users/ADMIN/AppData/Local/Temp/fig2wpp/@png2x_04-2727&amp;8184.png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 r:link="rId11"/>
          <a:stretch>
            <a:fillRect/>
          </a:stretch>
        </p:blipFill>
        <p:spPr>
          <a:xfrm>
            <a:off x="762000" y="1003300"/>
            <a:ext cx="2027555" cy="17849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8"/>
            </p:custDataLst>
          </p:nvPr>
        </p:nvSpPr>
        <p:spPr>
          <a:xfrm>
            <a:off x="1677988" y="1416100"/>
            <a:ext cx="1560512" cy="3994100"/>
          </a:xfrm>
        </p:spPr>
        <p:txBody>
          <a:bodyPr vert="eaVert" wrap="square" anchor="ctr"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0000"/>
            <a:ext cx="10515600" cy="864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_#color_$accent1_$accent1-2764&amp;130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gradFill>
            <a:gsLst>
              <a:gs pos="55000">
                <a:schemeClr val="accent1">
                  <a:alpha val="0"/>
                </a:schemeClr>
              </a:gs>
              <a:gs pos="100000">
                <a:schemeClr val="accent1">
                  <a:alpha val="41000"/>
                </a:schemeClr>
              </a:gs>
            </a:gsLst>
            <a:lin ang="83173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" name="Ellipse 2_#color_$accent1_$accent1-2764&amp;1309"/>
          <p:cNvSpPr/>
          <p:nvPr userDrawn="1">
            <p:custDataLst>
              <p:tags r:id="rId3"/>
            </p:custDataLst>
          </p:nvPr>
        </p:nvSpPr>
        <p:spPr>
          <a:xfrm>
            <a:off x="6680200" y="0"/>
            <a:ext cx="5511800" cy="4102100"/>
          </a:xfrm>
          <a:custGeom>
            <a:avLst/>
            <a:gdLst/>
            <a:ahLst/>
            <a:cxnLst/>
            <a:rect l="l" t="t" r="r" b="b"/>
            <a:pathLst>
              <a:path w="5511800" h="4102100">
                <a:moveTo>
                  <a:pt x="255523" y="0"/>
                </a:moveTo>
                <a:lnTo>
                  <a:pt x="5511800" y="0"/>
                </a:lnTo>
                <a:lnTo>
                  <a:pt x="5511800" y="2491384"/>
                </a:lnTo>
                <a:cubicBezTo>
                  <a:pt x="5034953" y="3446285"/>
                  <a:pt x="4048214" y="4102100"/>
                  <a:pt x="2908300" y="4102100"/>
                </a:cubicBezTo>
                <a:cubicBezTo>
                  <a:pt x="1302093" y="4102100"/>
                  <a:pt x="0" y="2800007"/>
                  <a:pt x="0" y="1193800"/>
                </a:cubicBezTo>
                <a:cubicBezTo>
                  <a:pt x="0" y="768347"/>
                  <a:pt x="91356" y="364231"/>
                  <a:pt x="255523" y="0"/>
                </a:cubicBezTo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72000">
                <a:schemeClr val="accent1">
                  <a:alpha val="9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" name="Union_#color_$accent1_$accent1-2764&amp;1330"/>
          <p:cNvSpPr/>
          <p:nvPr userDrawn="1">
            <p:custDataLst>
              <p:tags r:id="rId4"/>
            </p:custDataLst>
          </p:nvPr>
        </p:nvSpPr>
        <p:spPr>
          <a:xfrm>
            <a:off x="6539247" y="0"/>
            <a:ext cx="5652753" cy="4255750"/>
          </a:xfrm>
          <a:custGeom>
            <a:avLst/>
            <a:gdLst/>
            <a:ahLst/>
            <a:cxnLst/>
            <a:rect l="l" t="t" r="r" b="b"/>
            <a:pathLst>
              <a:path w="5652753" h="4255750">
                <a:moveTo>
                  <a:pt x="3075318" y="0"/>
                </a:moveTo>
                <a:lnTo>
                  <a:pt x="3037218" y="0"/>
                </a:lnTo>
                <a:lnTo>
                  <a:pt x="3037218" y="981346"/>
                </a:lnTo>
                <a:lnTo>
                  <a:pt x="2864168" y="0"/>
                </a:lnTo>
                <a:lnTo>
                  <a:pt x="2825483" y="0"/>
                </a:lnTo>
                <a:lnTo>
                  <a:pt x="2999791" y="988539"/>
                </a:lnTo>
                <a:lnTo>
                  <a:pt x="2640000" y="0"/>
                </a:lnTo>
                <a:lnTo>
                  <a:pt x="2599449" y="0"/>
                </a:lnTo>
                <a:lnTo>
                  <a:pt x="2963850" y="1001196"/>
                </a:lnTo>
                <a:lnTo>
                  <a:pt x="2385797" y="0"/>
                </a:lnTo>
                <a:lnTo>
                  <a:pt x="2341804" y="0"/>
                </a:lnTo>
                <a:lnTo>
                  <a:pt x="2931046" y="1020580"/>
                </a:lnTo>
                <a:lnTo>
                  <a:pt x="2074672" y="0"/>
                </a:lnTo>
                <a:lnTo>
                  <a:pt x="2024939" y="0"/>
                </a:lnTo>
                <a:lnTo>
                  <a:pt x="2901417" y="1044536"/>
                </a:lnTo>
                <a:lnTo>
                  <a:pt x="1656601" y="0"/>
                </a:lnTo>
                <a:lnTo>
                  <a:pt x="1597330" y="0"/>
                </a:lnTo>
                <a:lnTo>
                  <a:pt x="2877464" y="1074177"/>
                </a:lnTo>
                <a:lnTo>
                  <a:pt x="1016999" y="0"/>
                </a:lnTo>
                <a:lnTo>
                  <a:pt x="940802" y="0"/>
                </a:lnTo>
                <a:lnTo>
                  <a:pt x="2858084" y="1106983"/>
                </a:lnTo>
                <a:lnTo>
                  <a:pt x="208691" y="142682"/>
                </a:lnTo>
                <a:cubicBezTo>
                  <a:pt x="198805" y="139084"/>
                  <a:pt x="187874" y="144181"/>
                  <a:pt x="184274" y="154068"/>
                </a:cubicBezTo>
                <a:cubicBezTo>
                  <a:pt x="180677" y="163954"/>
                  <a:pt x="185774" y="174887"/>
                  <a:pt x="195661" y="178485"/>
                </a:cubicBezTo>
                <a:lnTo>
                  <a:pt x="2845397" y="1142910"/>
                </a:lnTo>
                <a:lnTo>
                  <a:pt x="68456" y="653240"/>
                </a:lnTo>
                <a:cubicBezTo>
                  <a:pt x="58094" y="651412"/>
                  <a:pt x="48214" y="658330"/>
                  <a:pt x="46387" y="668692"/>
                </a:cubicBezTo>
                <a:cubicBezTo>
                  <a:pt x="44560" y="679052"/>
                  <a:pt x="51478" y="688933"/>
                  <a:pt x="61839" y="690761"/>
                </a:cubicBezTo>
                <a:lnTo>
                  <a:pt x="2838247" y="1180335"/>
                </a:lnTo>
                <a:lnTo>
                  <a:pt x="19050" y="1180335"/>
                </a:lnTo>
                <a:cubicBezTo>
                  <a:pt x="8529" y="1180335"/>
                  <a:pt x="0" y="1188865"/>
                  <a:pt x="0" y="1199385"/>
                </a:cubicBezTo>
                <a:cubicBezTo>
                  <a:pt x="0" y="1209906"/>
                  <a:pt x="8529" y="1218435"/>
                  <a:pt x="19050" y="1218435"/>
                </a:cubicBezTo>
                <a:lnTo>
                  <a:pt x="2838818" y="1218435"/>
                </a:lnTo>
                <a:lnTo>
                  <a:pt x="61839" y="1708112"/>
                </a:lnTo>
                <a:cubicBezTo>
                  <a:pt x="51478" y="1709941"/>
                  <a:pt x="44560" y="1719821"/>
                  <a:pt x="46387" y="1730185"/>
                </a:cubicBezTo>
                <a:cubicBezTo>
                  <a:pt x="48214" y="1740535"/>
                  <a:pt x="58094" y="1747457"/>
                  <a:pt x="68456" y="1745628"/>
                </a:cubicBezTo>
                <a:lnTo>
                  <a:pt x="2844851" y="1256058"/>
                </a:lnTo>
                <a:lnTo>
                  <a:pt x="195661" y="2220290"/>
                </a:lnTo>
                <a:cubicBezTo>
                  <a:pt x="185774" y="2223884"/>
                  <a:pt x="180677" y="2234819"/>
                  <a:pt x="184274" y="2244700"/>
                </a:cubicBezTo>
                <a:cubicBezTo>
                  <a:pt x="187874" y="2254593"/>
                  <a:pt x="198805" y="2259686"/>
                  <a:pt x="208691" y="2256092"/>
                </a:cubicBezTo>
                <a:lnTo>
                  <a:pt x="2858554" y="1291615"/>
                </a:lnTo>
                <a:lnTo>
                  <a:pt x="416480" y="2701595"/>
                </a:lnTo>
                <a:cubicBezTo>
                  <a:pt x="407368" y="2706853"/>
                  <a:pt x="404246" y="2718511"/>
                  <a:pt x="409508" y="2727617"/>
                </a:cubicBezTo>
                <a:cubicBezTo>
                  <a:pt x="414768" y="2736723"/>
                  <a:pt x="426419" y="2739847"/>
                  <a:pt x="435530" y="2734589"/>
                </a:cubicBezTo>
                <a:lnTo>
                  <a:pt x="2877071" y="1324915"/>
                </a:lnTo>
                <a:lnTo>
                  <a:pt x="717422" y="3137103"/>
                </a:lnTo>
                <a:cubicBezTo>
                  <a:pt x="709361" y="3143860"/>
                  <a:pt x="708311" y="3155887"/>
                  <a:pt x="715074" y="3163938"/>
                </a:cubicBezTo>
                <a:cubicBezTo>
                  <a:pt x="721836" y="3172003"/>
                  <a:pt x="733852" y="3173044"/>
                  <a:pt x="741911" y="3166288"/>
                </a:cubicBezTo>
                <a:lnTo>
                  <a:pt x="2901709" y="1353985"/>
                </a:lnTo>
                <a:lnTo>
                  <a:pt x="1089356" y="3513836"/>
                </a:lnTo>
                <a:cubicBezTo>
                  <a:pt x="1082594" y="3521901"/>
                  <a:pt x="1083645" y="3533915"/>
                  <a:pt x="1091703" y="3540684"/>
                </a:cubicBezTo>
                <a:cubicBezTo>
                  <a:pt x="1099764" y="3547440"/>
                  <a:pt x="1111780" y="3546386"/>
                  <a:pt x="1118542" y="3538334"/>
                </a:cubicBezTo>
                <a:lnTo>
                  <a:pt x="2931046" y="1378293"/>
                </a:lnTo>
                <a:lnTo>
                  <a:pt x="1521155" y="3820211"/>
                </a:lnTo>
                <a:cubicBezTo>
                  <a:pt x="1515897" y="3829329"/>
                  <a:pt x="1519022" y="3840975"/>
                  <a:pt x="1528128" y="3846246"/>
                </a:cubicBezTo>
                <a:cubicBezTo>
                  <a:pt x="1537246" y="3851504"/>
                  <a:pt x="1548892" y="3848379"/>
                  <a:pt x="1554150" y="3839274"/>
                </a:cubicBezTo>
                <a:lnTo>
                  <a:pt x="2963748" y="1397851"/>
                </a:lnTo>
                <a:lnTo>
                  <a:pt x="1999552" y="4046957"/>
                </a:lnTo>
                <a:cubicBezTo>
                  <a:pt x="1995957" y="4056837"/>
                  <a:pt x="2001063" y="4067772"/>
                  <a:pt x="2010943" y="4071366"/>
                </a:cubicBezTo>
                <a:cubicBezTo>
                  <a:pt x="2020824" y="4074973"/>
                  <a:pt x="2031759" y="4069867"/>
                  <a:pt x="2035366" y="4059987"/>
                </a:cubicBezTo>
                <a:lnTo>
                  <a:pt x="2999791" y="1410233"/>
                </a:lnTo>
                <a:lnTo>
                  <a:pt x="2510117" y="4187190"/>
                </a:lnTo>
                <a:cubicBezTo>
                  <a:pt x="2508288" y="4197553"/>
                  <a:pt x="2515210" y="4207434"/>
                  <a:pt x="2525573" y="4209250"/>
                </a:cubicBezTo>
                <a:cubicBezTo>
                  <a:pt x="2535936" y="4211079"/>
                  <a:pt x="2545817" y="4204170"/>
                  <a:pt x="2547645" y="4193807"/>
                </a:cubicBezTo>
                <a:lnTo>
                  <a:pt x="3037218" y="1417422"/>
                </a:lnTo>
                <a:lnTo>
                  <a:pt x="3037218" y="4236695"/>
                </a:lnTo>
                <a:cubicBezTo>
                  <a:pt x="3037218" y="4247223"/>
                  <a:pt x="3045739" y="4255745"/>
                  <a:pt x="3056268" y="4255745"/>
                </a:cubicBezTo>
                <a:cubicBezTo>
                  <a:pt x="3066783" y="4255745"/>
                  <a:pt x="3075318" y="4247223"/>
                  <a:pt x="3075318" y="4236695"/>
                </a:cubicBezTo>
                <a:lnTo>
                  <a:pt x="3075318" y="1416812"/>
                </a:lnTo>
                <a:lnTo>
                  <a:pt x="3564992" y="4193807"/>
                </a:lnTo>
                <a:cubicBezTo>
                  <a:pt x="3566820" y="4204170"/>
                  <a:pt x="3576701" y="4211079"/>
                  <a:pt x="3587064" y="4209250"/>
                </a:cubicBezTo>
                <a:cubicBezTo>
                  <a:pt x="3597415" y="4207434"/>
                  <a:pt x="3604336" y="4197553"/>
                  <a:pt x="3602507" y="4187190"/>
                </a:cubicBezTo>
                <a:lnTo>
                  <a:pt x="3112935" y="1410805"/>
                </a:lnTo>
                <a:lnTo>
                  <a:pt x="4077157" y="4059987"/>
                </a:lnTo>
                <a:cubicBezTo>
                  <a:pt x="4080764" y="4069867"/>
                  <a:pt x="4091686" y="4074973"/>
                  <a:pt x="4101579" y="4071366"/>
                </a:cubicBezTo>
                <a:cubicBezTo>
                  <a:pt x="4111460" y="4067772"/>
                  <a:pt x="4116565" y="4056837"/>
                  <a:pt x="4112959" y="4046957"/>
                </a:cubicBezTo>
                <a:lnTo>
                  <a:pt x="3148584" y="1397356"/>
                </a:lnTo>
                <a:lnTo>
                  <a:pt x="4558475" y="3839274"/>
                </a:lnTo>
                <a:cubicBezTo>
                  <a:pt x="4563732" y="3848379"/>
                  <a:pt x="4575391" y="3851504"/>
                  <a:pt x="4584497" y="3846246"/>
                </a:cubicBezTo>
                <a:cubicBezTo>
                  <a:pt x="4593603" y="3840975"/>
                  <a:pt x="4596727" y="3829329"/>
                  <a:pt x="4591469" y="3820211"/>
                </a:cubicBezTo>
                <a:lnTo>
                  <a:pt x="3181807" y="1378687"/>
                </a:lnTo>
                <a:lnTo>
                  <a:pt x="4993983" y="3538334"/>
                </a:lnTo>
                <a:cubicBezTo>
                  <a:pt x="5000739" y="3546386"/>
                  <a:pt x="5012754" y="3547440"/>
                  <a:pt x="5020818" y="3540684"/>
                </a:cubicBezTo>
                <a:cubicBezTo>
                  <a:pt x="5028883" y="3533915"/>
                  <a:pt x="5029924" y="3521901"/>
                  <a:pt x="5023168" y="3513836"/>
                </a:cubicBezTo>
                <a:lnTo>
                  <a:pt x="3210547" y="1353668"/>
                </a:lnTo>
                <a:lnTo>
                  <a:pt x="5370728" y="3166288"/>
                </a:lnTo>
                <a:cubicBezTo>
                  <a:pt x="5378780" y="3173044"/>
                  <a:pt x="5390794" y="3172003"/>
                  <a:pt x="5397564" y="3163938"/>
                </a:cubicBezTo>
                <a:cubicBezTo>
                  <a:pt x="5404320" y="3155887"/>
                  <a:pt x="5403279" y="3143860"/>
                  <a:pt x="5395214" y="3137103"/>
                </a:cubicBezTo>
                <a:lnTo>
                  <a:pt x="3235579" y="1324928"/>
                </a:lnTo>
                <a:lnTo>
                  <a:pt x="5652757" y="2720531"/>
                </a:lnTo>
                <a:lnTo>
                  <a:pt x="5652757" y="2676538"/>
                </a:lnTo>
                <a:lnTo>
                  <a:pt x="3254248" y="1291717"/>
                </a:lnTo>
                <a:lnTo>
                  <a:pt x="5652757" y="2164702"/>
                </a:lnTo>
                <a:lnTo>
                  <a:pt x="5652757" y="2124151"/>
                </a:lnTo>
                <a:lnTo>
                  <a:pt x="3267672" y="1256059"/>
                </a:lnTo>
                <a:lnTo>
                  <a:pt x="5652757" y="1676629"/>
                </a:lnTo>
                <a:lnTo>
                  <a:pt x="5652757" y="1637944"/>
                </a:lnTo>
                <a:lnTo>
                  <a:pt x="3273704" y="1218435"/>
                </a:lnTo>
                <a:lnTo>
                  <a:pt x="5652757" y="1218435"/>
                </a:lnTo>
                <a:lnTo>
                  <a:pt x="5652757" y="1180335"/>
                </a:lnTo>
                <a:lnTo>
                  <a:pt x="3274276" y="1180335"/>
                </a:lnTo>
                <a:lnTo>
                  <a:pt x="5652757" y="760928"/>
                </a:lnTo>
                <a:lnTo>
                  <a:pt x="5652757" y="722241"/>
                </a:lnTo>
                <a:lnTo>
                  <a:pt x="3267126" y="1142909"/>
                </a:lnTo>
                <a:lnTo>
                  <a:pt x="5652757" y="274613"/>
                </a:lnTo>
                <a:lnTo>
                  <a:pt x="5652757" y="234067"/>
                </a:lnTo>
                <a:lnTo>
                  <a:pt x="3254705" y="1106882"/>
                </a:lnTo>
                <a:lnTo>
                  <a:pt x="5171821" y="0"/>
                </a:lnTo>
                <a:lnTo>
                  <a:pt x="5095621" y="0"/>
                </a:lnTo>
                <a:lnTo>
                  <a:pt x="3235185" y="1074162"/>
                </a:lnTo>
                <a:lnTo>
                  <a:pt x="4515307" y="0"/>
                </a:lnTo>
                <a:lnTo>
                  <a:pt x="4456036" y="0"/>
                </a:lnTo>
                <a:lnTo>
                  <a:pt x="3210839" y="1044851"/>
                </a:lnTo>
                <a:lnTo>
                  <a:pt x="4087584" y="0"/>
                </a:lnTo>
                <a:lnTo>
                  <a:pt x="4037851" y="0"/>
                </a:lnTo>
                <a:lnTo>
                  <a:pt x="3181807" y="1020187"/>
                </a:lnTo>
                <a:lnTo>
                  <a:pt x="3770821" y="0"/>
                </a:lnTo>
                <a:lnTo>
                  <a:pt x="3726828" y="0"/>
                </a:lnTo>
                <a:lnTo>
                  <a:pt x="3148482" y="1001687"/>
                </a:lnTo>
                <a:lnTo>
                  <a:pt x="3513074" y="0"/>
                </a:lnTo>
                <a:lnTo>
                  <a:pt x="3472523" y="0"/>
                </a:lnTo>
                <a:lnTo>
                  <a:pt x="3112935" y="987961"/>
                </a:lnTo>
                <a:lnTo>
                  <a:pt x="3287154" y="0"/>
                </a:lnTo>
                <a:lnTo>
                  <a:pt x="3248457" y="0"/>
                </a:lnTo>
                <a:lnTo>
                  <a:pt x="3075318" y="981950"/>
                </a:lnTo>
                <a:lnTo>
                  <a:pt x="3075318" y="0"/>
                </a:lnTo>
              </a:path>
            </a:pathLst>
          </a:custGeom>
          <a:gradFill>
            <a:gsLst>
              <a:gs pos="0">
                <a:schemeClr val="accent1">
                  <a:alpha val="92000"/>
                </a:schemeClr>
              </a:gs>
              <a:gs pos="81000">
                <a:schemeClr val="accent1">
                  <a:alpha val="19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" name="Ellipse 2_#color_$accent1_$accent1_1-2764&amp;1333"/>
          <p:cNvSpPr/>
          <p:nvPr userDrawn="1">
            <p:custDataLst>
              <p:tags r:id="rId5"/>
            </p:custDataLst>
          </p:nvPr>
        </p:nvSpPr>
        <p:spPr>
          <a:xfrm>
            <a:off x="5110480" y="4723765"/>
            <a:ext cx="3683635" cy="2134235"/>
          </a:xfrm>
          <a:custGeom>
            <a:avLst/>
            <a:gdLst/>
            <a:ahLst/>
            <a:cxnLst/>
            <a:rect l="l" t="t" r="r" b="b"/>
            <a:pathLst>
              <a:path w="3683370" h="1933144">
                <a:moveTo>
                  <a:pt x="3681133" y="1933143"/>
                </a:moveTo>
                <a:lnTo>
                  <a:pt x="2231" y="1933143"/>
                </a:lnTo>
                <a:cubicBezTo>
                  <a:pt x="750" y="1902841"/>
                  <a:pt x="0" y="1872348"/>
                  <a:pt x="0" y="1841690"/>
                </a:cubicBezTo>
                <a:cubicBezTo>
                  <a:pt x="0" y="824550"/>
                  <a:pt x="824550" y="0"/>
                  <a:pt x="1841690" y="0"/>
                </a:cubicBezTo>
                <a:cubicBezTo>
                  <a:pt x="2858821" y="0"/>
                  <a:pt x="3683368" y="824550"/>
                  <a:pt x="3683368" y="1841690"/>
                </a:cubicBezTo>
                <a:cubicBezTo>
                  <a:pt x="3683368" y="1872348"/>
                  <a:pt x="3682619" y="1902841"/>
                  <a:pt x="3681133" y="1933143"/>
                </a:cubicBezTo>
              </a:path>
            </a:pathLst>
          </a:custGeom>
          <a:gradFill>
            <a:gsLst>
              <a:gs pos="16620">
                <a:schemeClr val="accent1">
                  <a:alpha val="32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25400">
            <a:noFill/>
          </a:ln>
          <a:effectLst>
            <a:softEdge rad="152400"/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3" name="Union_#color_$accent1_$accent1-2764&amp;1354"/>
          <p:cNvSpPr/>
          <p:nvPr userDrawn="1">
            <p:custDataLst>
              <p:tags r:id="rId6"/>
            </p:custDataLst>
          </p:nvPr>
        </p:nvSpPr>
        <p:spPr>
          <a:xfrm>
            <a:off x="5041900" y="4851400"/>
            <a:ext cx="3827731" cy="2006600"/>
          </a:xfrm>
          <a:custGeom>
            <a:avLst/>
            <a:gdLst/>
            <a:ahLst/>
            <a:cxnLst/>
            <a:rect l="l" t="t" r="r" b="b"/>
            <a:pathLst>
              <a:path w="3827731" h="2006600">
                <a:moveTo>
                  <a:pt x="1461072" y="2006600"/>
                </a:moveTo>
                <a:lnTo>
                  <a:pt x="1314793" y="2006600"/>
                </a:lnTo>
                <a:lnTo>
                  <a:pt x="1768881" y="1926527"/>
                </a:lnTo>
                <a:lnTo>
                  <a:pt x="12700" y="1926527"/>
                </a:lnTo>
                <a:cubicBezTo>
                  <a:pt x="5686" y="1926527"/>
                  <a:pt x="0" y="1920837"/>
                  <a:pt x="0" y="1913827"/>
                </a:cubicBezTo>
                <a:cubicBezTo>
                  <a:pt x="0" y="1906816"/>
                  <a:pt x="5686" y="1901126"/>
                  <a:pt x="12700" y="1901126"/>
                </a:cubicBezTo>
                <a:lnTo>
                  <a:pt x="1768462" y="1901126"/>
                </a:lnTo>
                <a:lnTo>
                  <a:pt x="39350" y="1596225"/>
                </a:lnTo>
                <a:cubicBezTo>
                  <a:pt x="32442" y="1595006"/>
                  <a:pt x="27830" y="1588427"/>
                  <a:pt x="29048" y="1581518"/>
                </a:cubicBezTo>
                <a:cubicBezTo>
                  <a:pt x="30266" y="1574610"/>
                  <a:pt x="36853" y="1569999"/>
                  <a:pt x="43761" y="1571206"/>
                </a:cubicBezTo>
                <a:lnTo>
                  <a:pt x="1773238" y="1876184"/>
                </a:lnTo>
                <a:lnTo>
                  <a:pt x="122986" y="1275537"/>
                </a:lnTo>
                <a:cubicBezTo>
                  <a:pt x="116394" y="1273137"/>
                  <a:pt x="112996" y="1265850"/>
                  <a:pt x="115395" y="1259258"/>
                </a:cubicBezTo>
                <a:cubicBezTo>
                  <a:pt x="117794" y="1252668"/>
                  <a:pt x="125082" y="1249269"/>
                  <a:pt x="131672" y="1251668"/>
                </a:cubicBezTo>
                <a:lnTo>
                  <a:pt x="1781721" y="1852231"/>
                </a:lnTo>
                <a:lnTo>
                  <a:pt x="261082" y="974265"/>
                </a:lnTo>
                <a:cubicBezTo>
                  <a:pt x="255007" y="970758"/>
                  <a:pt x="252926" y="962990"/>
                  <a:pt x="256433" y="956916"/>
                </a:cubicBezTo>
                <a:cubicBezTo>
                  <a:pt x="259940" y="950841"/>
                  <a:pt x="267707" y="948761"/>
                  <a:pt x="273782" y="952268"/>
                </a:cubicBezTo>
                <a:lnTo>
                  <a:pt x="1794650" y="1830362"/>
                </a:lnTo>
                <a:lnTo>
                  <a:pt x="449349" y="701518"/>
                </a:lnTo>
                <a:cubicBezTo>
                  <a:pt x="443975" y="697009"/>
                  <a:pt x="443274" y="688999"/>
                  <a:pt x="447783" y="683626"/>
                </a:cubicBezTo>
                <a:cubicBezTo>
                  <a:pt x="452291" y="678252"/>
                  <a:pt x="460303" y="677551"/>
                  <a:pt x="465676" y="682060"/>
                </a:cubicBezTo>
                <a:lnTo>
                  <a:pt x="1810601" y="1810588"/>
                </a:lnTo>
                <a:lnTo>
                  <a:pt x="682060" y="465672"/>
                </a:lnTo>
                <a:cubicBezTo>
                  <a:pt x="677551" y="460299"/>
                  <a:pt x="678252" y="452289"/>
                  <a:pt x="683626" y="447779"/>
                </a:cubicBezTo>
                <a:cubicBezTo>
                  <a:pt x="688999" y="443272"/>
                  <a:pt x="697009" y="443972"/>
                  <a:pt x="701518" y="449345"/>
                </a:cubicBezTo>
                <a:lnTo>
                  <a:pt x="1830362" y="1794637"/>
                </a:lnTo>
                <a:lnTo>
                  <a:pt x="952268" y="273782"/>
                </a:lnTo>
                <a:cubicBezTo>
                  <a:pt x="948761" y="267707"/>
                  <a:pt x="950841" y="259940"/>
                  <a:pt x="956916" y="256433"/>
                </a:cubicBezTo>
                <a:cubicBezTo>
                  <a:pt x="962990" y="252926"/>
                  <a:pt x="970758" y="255007"/>
                  <a:pt x="974265" y="261082"/>
                </a:cubicBezTo>
                <a:lnTo>
                  <a:pt x="1852231" y="1781708"/>
                </a:lnTo>
                <a:lnTo>
                  <a:pt x="1251665" y="131672"/>
                </a:lnTo>
                <a:cubicBezTo>
                  <a:pt x="1249266" y="125082"/>
                  <a:pt x="1252665" y="117794"/>
                  <a:pt x="1259256" y="115395"/>
                </a:cubicBezTo>
                <a:cubicBezTo>
                  <a:pt x="1265846" y="112996"/>
                  <a:pt x="1273137" y="116394"/>
                  <a:pt x="1275537" y="122986"/>
                </a:cubicBezTo>
                <a:lnTo>
                  <a:pt x="1876184" y="1773263"/>
                </a:lnTo>
                <a:lnTo>
                  <a:pt x="1571219" y="43761"/>
                </a:lnTo>
                <a:cubicBezTo>
                  <a:pt x="1569999" y="36853"/>
                  <a:pt x="1574610" y="30266"/>
                  <a:pt x="1581518" y="29048"/>
                </a:cubicBezTo>
                <a:cubicBezTo>
                  <a:pt x="1588427" y="27830"/>
                  <a:pt x="1595006" y="32442"/>
                  <a:pt x="1596225" y="39350"/>
                </a:cubicBezTo>
                <a:lnTo>
                  <a:pt x="1901126" y="1768462"/>
                </a:lnTo>
                <a:lnTo>
                  <a:pt x="1901126" y="12700"/>
                </a:lnTo>
                <a:cubicBezTo>
                  <a:pt x="1901126" y="5686"/>
                  <a:pt x="1906816" y="0"/>
                  <a:pt x="1913827" y="0"/>
                </a:cubicBezTo>
                <a:cubicBezTo>
                  <a:pt x="1920837" y="0"/>
                  <a:pt x="1926527" y="5686"/>
                  <a:pt x="1926527" y="12700"/>
                </a:cubicBezTo>
                <a:lnTo>
                  <a:pt x="1926527" y="1768881"/>
                </a:lnTo>
                <a:lnTo>
                  <a:pt x="2231504" y="39350"/>
                </a:lnTo>
                <a:cubicBezTo>
                  <a:pt x="2232724" y="32442"/>
                  <a:pt x="2239315" y="27830"/>
                  <a:pt x="2246224" y="29048"/>
                </a:cubicBezTo>
                <a:cubicBezTo>
                  <a:pt x="2253120" y="30266"/>
                  <a:pt x="2257743" y="36853"/>
                  <a:pt x="2256523" y="43761"/>
                </a:cubicBezTo>
                <a:lnTo>
                  <a:pt x="1951609" y="1772907"/>
                </a:lnTo>
                <a:lnTo>
                  <a:pt x="2552129" y="122986"/>
                </a:lnTo>
                <a:cubicBezTo>
                  <a:pt x="2554529" y="116394"/>
                  <a:pt x="2561819" y="112996"/>
                  <a:pt x="2568410" y="115395"/>
                </a:cubicBezTo>
                <a:cubicBezTo>
                  <a:pt x="2575001" y="117794"/>
                  <a:pt x="2578405" y="125082"/>
                  <a:pt x="2576005" y="131672"/>
                </a:cubicBezTo>
                <a:lnTo>
                  <a:pt x="1975333" y="1782013"/>
                </a:lnTo>
                <a:lnTo>
                  <a:pt x="2853461" y="261082"/>
                </a:lnTo>
                <a:cubicBezTo>
                  <a:pt x="2856967" y="255007"/>
                  <a:pt x="2864739" y="252926"/>
                  <a:pt x="2870810" y="256433"/>
                </a:cubicBezTo>
                <a:cubicBezTo>
                  <a:pt x="2876893" y="259940"/>
                  <a:pt x="2878976" y="267707"/>
                  <a:pt x="2875458" y="273782"/>
                </a:cubicBezTo>
                <a:lnTo>
                  <a:pt x="1997519" y="1794383"/>
                </a:lnTo>
                <a:lnTo>
                  <a:pt x="3126143" y="449345"/>
                </a:lnTo>
                <a:cubicBezTo>
                  <a:pt x="3130652" y="443972"/>
                  <a:pt x="3138665" y="443272"/>
                  <a:pt x="3144037" y="447779"/>
                </a:cubicBezTo>
                <a:cubicBezTo>
                  <a:pt x="3149410" y="452289"/>
                  <a:pt x="3150108" y="460299"/>
                  <a:pt x="3145600" y="465672"/>
                </a:cubicBezTo>
                <a:lnTo>
                  <a:pt x="2016887" y="1810817"/>
                </a:lnTo>
                <a:lnTo>
                  <a:pt x="3362071" y="682060"/>
                </a:lnTo>
                <a:cubicBezTo>
                  <a:pt x="3367443" y="677551"/>
                  <a:pt x="3375444" y="678252"/>
                  <a:pt x="3379953" y="683626"/>
                </a:cubicBezTo>
                <a:cubicBezTo>
                  <a:pt x="3384474" y="688999"/>
                  <a:pt x="3383763" y="697009"/>
                  <a:pt x="3378391" y="701518"/>
                </a:cubicBezTo>
                <a:lnTo>
                  <a:pt x="2033130" y="1830337"/>
                </a:lnTo>
                <a:lnTo>
                  <a:pt x="3553943" y="952268"/>
                </a:lnTo>
                <a:cubicBezTo>
                  <a:pt x="3560026" y="948761"/>
                  <a:pt x="3567786" y="950841"/>
                  <a:pt x="3571291" y="956916"/>
                </a:cubicBezTo>
                <a:cubicBezTo>
                  <a:pt x="3574796" y="962990"/>
                  <a:pt x="3572726" y="970758"/>
                  <a:pt x="3566643" y="974265"/>
                </a:cubicBezTo>
                <a:lnTo>
                  <a:pt x="2046097" y="1852181"/>
                </a:lnTo>
                <a:lnTo>
                  <a:pt x="3695992" y="1251668"/>
                </a:lnTo>
                <a:cubicBezTo>
                  <a:pt x="3702583" y="1249269"/>
                  <a:pt x="3709873" y="1252668"/>
                  <a:pt x="3712274" y="1259258"/>
                </a:cubicBezTo>
                <a:cubicBezTo>
                  <a:pt x="3714674" y="1265850"/>
                  <a:pt x="3711270" y="1273137"/>
                  <a:pt x="3704679" y="1275537"/>
                </a:cubicBezTo>
                <a:lnTo>
                  <a:pt x="2054441" y="1876171"/>
                </a:lnTo>
                <a:lnTo>
                  <a:pt x="3783901" y="1571206"/>
                </a:lnTo>
                <a:cubicBezTo>
                  <a:pt x="3790810" y="1569999"/>
                  <a:pt x="3797402" y="1574610"/>
                  <a:pt x="3798621" y="1581518"/>
                </a:cubicBezTo>
                <a:cubicBezTo>
                  <a:pt x="3799827" y="1588427"/>
                  <a:pt x="3795217" y="1595006"/>
                  <a:pt x="3788308" y="1596225"/>
                </a:cubicBezTo>
                <a:lnTo>
                  <a:pt x="2059191" y="1901126"/>
                </a:lnTo>
                <a:lnTo>
                  <a:pt x="3815029" y="1901126"/>
                </a:lnTo>
                <a:cubicBezTo>
                  <a:pt x="3822040" y="1901126"/>
                  <a:pt x="3827729" y="1906816"/>
                  <a:pt x="3827729" y="1913827"/>
                </a:cubicBezTo>
                <a:cubicBezTo>
                  <a:pt x="3827729" y="1920837"/>
                  <a:pt x="3822040" y="1926527"/>
                  <a:pt x="3815029" y="1926527"/>
                </a:cubicBezTo>
                <a:lnTo>
                  <a:pt x="2058784" y="1926527"/>
                </a:lnTo>
                <a:lnTo>
                  <a:pt x="2512860" y="2006600"/>
                </a:lnTo>
                <a:lnTo>
                  <a:pt x="2366594" y="2006600"/>
                </a:lnTo>
                <a:lnTo>
                  <a:pt x="2054758" y="1951609"/>
                </a:lnTo>
                <a:lnTo>
                  <a:pt x="2205838" y="2006600"/>
                </a:lnTo>
                <a:lnTo>
                  <a:pt x="2131568" y="2006600"/>
                </a:lnTo>
                <a:lnTo>
                  <a:pt x="2045830" y="1975396"/>
                </a:lnTo>
                <a:lnTo>
                  <a:pt x="2099882" y="2006600"/>
                </a:lnTo>
                <a:lnTo>
                  <a:pt x="2049082" y="2006600"/>
                </a:lnTo>
                <a:lnTo>
                  <a:pt x="2033384" y="1997532"/>
                </a:lnTo>
                <a:lnTo>
                  <a:pt x="2044179" y="2006600"/>
                </a:lnTo>
                <a:lnTo>
                  <a:pt x="1783563" y="2006600"/>
                </a:lnTo>
                <a:lnTo>
                  <a:pt x="1794396" y="1997507"/>
                </a:lnTo>
                <a:lnTo>
                  <a:pt x="1778648" y="2006600"/>
                </a:lnTo>
                <a:lnTo>
                  <a:pt x="1727848" y="2006600"/>
                </a:lnTo>
                <a:lnTo>
                  <a:pt x="1782001" y="1975333"/>
                </a:lnTo>
                <a:lnTo>
                  <a:pt x="1696098" y="2006600"/>
                </a:lnTo>
                <a:lnTo>
                  <a:pt x="1621841" y="2006600"/>
                </a:lnTo>
                <a:lnTo>
                  <a:pt x="1772920" y="1951609"/>
                </a:lnTo>
                <a:lnTo>
                  <a:pt x="1461072" y="2006600"/>
                </a:lnTo>
              </a:path>
            </a:pathLst>
          </a:cu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25" name="图片 24" descr="C:/Users/ADMIN/AppData/Local/Temp/fig2wpp/@png2x_05-2692&amp;3465.pn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r:link="rId9"/>
          <a:stretch>
            <a:fillRect/>
          </a:stretch>
        </p:blipFill>
        <p:spPr>
          <a:xfrm>
            <a:off x="9753600" y="0"/>
            <a:ext cx="2438400" cy="6858000"/>
          </a:xfrm>
          <a:prstGeom prst="rect">
            <a:avLst/>
          </a:prstGeom>
        </p:spPr>
      </p:pic>
      <p:pic>
        <p:nvPicPr>
          <p:cNvPr id="26" name="图片 25" descr="C:/Users/ADMIN/AppData/Local/Temp/fig2wpp/@png2x_04-2692&amp;3467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 r:link="rId9"/>
          <a:stretch>
            <a:fillRect/>
          </a:stretch>
        </p:blipFill>
        <p:spPr>
          <a:xfrm>
            <a:off x="0" y="0"/>
            <a:ext cx="6464300" cy="4724400"/>
          </a:xfrm>
          <a:prstGeom prst="rect">
            <a:avLst/>
          </a:prstGeom>
        </p:spPr>
      </p:pic>
      <p:sp>
        <p:nvSpPr>
          <p:cNvPr id="27" name="Ellipse 2_#color_$accent3_$accent3-2764&amp;1357"/>
          <p:cNvSpPr/>
          <p:nvPr userDrawn="1">
            <p:custDataLst>
              <p:tags r:id="rId12"/>
            </p:custDataLst>
          </p:nvPr>
        </p:nvSpPr>
        <p:spPr>
          <a:xfrm>
            <a:off x="8569015" y="5886729"/>
            <a:ext cx="2676756" cy="971271"/>
          </a:xfrm>
          <a:custGeom>
            <a:avLst/>
            <a:gdLst/>
            <a:ahLst/>
            <a:cxnLst/>
            <a:rect l="l" t="t" r="r" b="b"/>
            <a:pathLst>
              <a:path w="2676756" h="971271">
                <a:moveTo>
                  <a:pt x="2676754" y="971271"/>
                </a:moveTo>
                <a:lnTo>
                  <a:pt x="0" y="971271"/>
                </a:lnTo>
                <a:cubicBezTo>
                  <a:pt x="183514" y="407477"/>
                  <a:pt x="713360" y="0"/>
                  <a:pt x="1338377" y="0"/>
                </a:cubicBezTo>
                <a:cubicBezTo>
                  <a:pt x="1963395" y="0"/>
                  <a:pt x="2493239" y="407477"/>
                  <a:pt x="2676754" y="971271"/>
                </a:cubicBezTo>
              </a:path>
            </a:pathLst>
          </a:custGeom>
          <a:gradFill>
            <a:gsLst>
              <a:gs pos="0">
                <a:schemeClr val="accent3">
                  <a:alpha val="56000"/>
                </a:schemeClr>
              </a:gs>
              <a:gs pos="100000">
                <a:schemeClr val="accent3">
                  <a:alpha val="16800"/>
                </a:schemeClr>
              </a:gs>
            </a:gsLst>
            <a:lin ang="539620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8" name="Union_#color_$accent3_$accent3-2764&amp;1378"/>
          <p:cNvSpPr/>
          <p:nvPr userDrawn="1">
            <p:custDataLst>
              <p:tags r:id="rId13"/>
            </p:custDataLst>
          </p:nvPr>
        </p:nvSpPr>
        <p:spPr>
          <a:xfrm>
            <a:off x="8486177" y="5778500"/>
            <a:ext cx="2847781" cy="1079500"/>
          </a:xfrm>
          <a:custGeom>
            <a:avLst/>
            <a:gdLst/>
            <a:ahLst/>
            <a:cxnLst/>
            <a:rect l="l" t="t" r="r" b="b"/>
            <a:pathLst>
              <a:path w="2847781" h="1079500">
                <a:moveTo>
                  <a:pt x="2656002" y="1079500"/>
                </a:moveTo>
                <a:lnTo>
                  <a:pt x="2839415" y="1012739"/>
                </a:lnTo>
                <a:cubicBezTo>
                  <a:pt x="2846007" y="1010340"/>
                  <a:pt x="2849410" y="1003052"/>
                  <a:pt x="2847010" y="996461"/>
                </a:cubicBezTo>
                <a:cubicBezTo>
                  <a:pt x="2844610" y="989871"/>
                  <a:pt x="2837320" y="986471"/>
                  <a:pt x="2830728" y="988870"/>
                </a:cubicBezTo>
                <a:lnTo>
                  <a:pt x="2581732" y="1079500"/>
                </a:lnTo>
                <a:lnTo>
                  <a:pt x="2656002" y="1079500"/>
                </a:lnTo>
                <a:moveTo>
                  <a:pt x="2202663" y="1079500"/>
                </a:moveTo>
                <a:lnTo>
                  <a:pt x="2730805" y="774565"/>
                </a:lnTo>
                <a:cubicBezTo>
                  <a:pt x="2736875" y="771059"/>
                  <a:pt x="2738958" y="763292"/>
                  <a:pt x="2735453" y="757217"/>
                </a:cubicBezTo>
                <a:cubicBezTo>
                  <a:pt x="2731948" y="751143"/>
                  <a:pt x="2724175" y="749061"/>
                  <a:pt x="2718105" y="752569"/>
                </a:cubicBezTo>
                <a:lnTo>
                  <a:pt x="2151863" y="1079500"/>
                </a:lnTo>
                <a:lnTo>
                  <a:pt x="2202663" y="1079500"/>
                </a:lnTo>
                <a:moveTo>
                  <a:pt x="1961998" y="1079500"/>
                </a:moveTo>
                <a:lnTo>
                  <a:pt x="2582482" y="558851"/>
                </a:lnTo>
                <a:cubicBezTo>
                  <a:pt x="2587854" y="554342"/>
                  <a:pt x="2588552" y="546331"/>
                  <a:pt x="2584044" y="540959"/>
                </a:cubicBezTo>
                <a:cubicBezTo>
                  <a:pt x="2579535" y="535586"/>
                  <a:pt x="2571521" y="534885"/>
                  <a:pt x="2566149" y="539393"/>
                </a:cubicBezTo>
                <a:lnTo>
                  <a:pt x="1922488" y="1079500"/>
                </a:lnTo>
                <a:lnTo>
                  <a:pt x="1961998" y="1079500"/>
                </a:lnTo>
                <a:moveTo>
                  <a:pt x="1805445" y="1079500"/>
                </a:moveTo>
                <a:lnTo>
                  <a:pt x="2398928" y="372222"/>
                </a:lnTo>
                <a:cubicBezTo>
                  <a:pt x="2403437" y="366848"/>
                  <a:pt x="2402738" y="358839"/>
                  <a:pt x="2397366" y="354330"/>
                </a:cubicBezTo>
                <a:cubicBezTo>
                  <a:pt x="2391994" y="349822"/>
                  <a:pt x="2383981" y="350523"/>
                  <a:pt x="2379472" y="355895"/>
                </a:cubicBezTo>
                <a:lnTo>
                  <a:pt x="1772285" y="1079500"/>
                </a:lnTo>
                <a:lnTo>
                  <a:pt x="1805445" y="1079500"/>
                </a:lnTo>
                <a:moveTo>
                  <a:pt x="1689710" y="1079500"/>
                </a:moveTo>
                <a:lnTo>
                  <a:pt x="2185810" y="220268"/>
                </a:lnTo>
                <a:cubicBezTo>
                  <a:pt x="2189315" y="214193"/>
                  <a:pt x="2187232" y="206426"/>
                  <a:pt x="2181162" y="202918"/>
                </a:cubicBezTo>
                <a:cubicBezTo>
                  <a:pt x="2175078" y="199412"/>
                  <a:pt x="2167319" y="201492"/>
                  <a:pt x="2163813" y="207566"/>
                </a:cubicBezTo>
                <a:lnTo>
                  <a:pt x="1660385" y="1079500"/>
                </a:lnTo>
                <a:lnTo>
                  <a:pt x="1689710" y="1079500"/>
                </a:lnTo>
                <a:moveTo>
                  <a:pt x="1595704" y="1079500"/>
                </a:moveTo>
                <a:lnTo>
                  <a:pt x="1949450" y="107590"/>
                </a:lnTo>
                <a:cubicBezTo>
                  <a:pt x="1951850" y="100999"/>
                  <a:pt x="1948459" y="93711"/>
                  <a:pt x="1941855" y="91313"/>
                </a:cubicBezTo>
                <a:cubicBezTo>
                  <a:pt x="1935277" y="88914"/>
                  <a:pt x="1927987" y="92312"/>
                  <a:pt x="1925587" y="98903"/>
                </a:cubicBezTo>
                <a:lnTo>
                  <a:pt x="1568679" y="1079500"/>
                </a:lnTo>
                <a:lnTo>
                  <a:pt x="1595704" y="1079500"/>
                </a:lnTo>
                <a:moveTo>
                  <a:pt x="1513510" y="1079500"/>
                </a:moveTo>
                <a:lnTo>
                  <a:pt x="1697215" y="37698"/>
                </a:lnTo>
                <a:cubicBezTo>
                  <a:pt x="1698435" y="30791"/>
                  <a:pt x="1693812" y="24204"/>
                  <a:pt x="1686903" y="22986"/>
                </a:cubicBezTo>
                <a:cubicBezTo>
                  <a:pt x="1680007" y="21768"/>
                  <a:pt x="1673415" y="26380"/>
                  <a:pt x="1672196" y="33287"/>
                </a:cubicBezTo>
                <a:lnTo>
                  <a:pt x="1487716" y="1079500"/>
                </a:lnTo>
                <a:lnTo>
                  <a:pt x="1513510" y="1079500"/>
                </a:lnTo>
                <a:moveTo>
                  <a:pt x="1436586" y="1079500"/>
                </a:moveTo>
                <a:lnTo>
                  <a:pt x="1436586" y="12700"/>
                </a:lnTo>
                <a:cubicBezTo>
                  <a:pt x="1436586" y="5686"/>
                  <a:pt x="1430909" y="0"/>
                  <a:pt x="1423886" y="0"/>
                </a:cubicBezTo>
                <a:cubicBezTo>
                  <a:pt x="1416876" y="0"/>
                  <a:pt x="1411186" y="5686"/>
                  <a:pt x="1411186" y="12700"/>
                </a:cubicBezTo>
                <a:lnTo>
                  <a:pt x="1411186" y="1079500"/>
                </a:lnTo>
                <a:lnTo>
                  <a:pt x="1436586" y="1079500"/>
                </a:lnTo>
                <a:moveTo>
                  <a:pt x="1360119" y="1079500"/>
                </a:moveTo>
                <a:lnTo>
                  <a:pt x="1175634" y="33287"/>
                </a:lnTo>
                <a:cubicBezTo>
                  <a:pt x="1174417" y="26380"/>
                  <a:pt x="1167830" y="21768"/>
                  <a:pt x="1160922" y="22986"/>
                </a:cubicBezTo>
                <a:cubicBezTo>
                  <a:pt x="1154015" y="24204"/>
                  <a:pt x="1149403" y="30791"/>
                  <a:pt x="1150620" y="37698"/>
                </a:cubicBezTo>
                <a:lnTo>
                  <a:pt x="1334326" y="1079500"/>
                </a:lnTo>
                <a:lnTo>
                  <a:pt x="1360119" y="1079500"/>
                </a:lnTo>
                <a:moveTo>
                  <a:pt x="1279106" y="1079500"/>
                </a:moveTo>
                <a:lnTo>
                  <a:pt x="922194" y="98903"/>
                </a:lnTo>
                <a:cubicBezTo>
                  <a:pt x="919795" y="92312"/>
                  <a:pt x="912506" y="88914"/>
                  <a:pt x="905915" y="91313"/>
                </a:cubicBezTo>
                <a:cubicBezTo>
                  <a:pt x="899324" y="93711"/>
                  <a:pt x="895927" y="100999"/>
                  <a:pt x="898326" y="107590"/>
                </a:cubicBezTo>
                <a:lnTo>
                  <a:pt x="1252071" y="1079500"/>
                </a:lnTo>
                <a:lnTo>
                  <a:pt x="1279106" y="1079500"/>
                </a:lnTo>
                <a:moveTo>
                  <a:pt x="1187450" y="1079500"/>
                </a:moveTo>
                <a:lnTo>
                  <a:pt x="684023" y="207566"/>
                </a:lnTo>
                <a:cubicBezTo>
                  <a:pt x="680516" y="201492"/>
                  <a:pt x="672748" y="199412"/>
                  <a:pt x="666674" y="202918"/>
                </a:cubicBezTo>
                <a:cubicBezTo>
                  <a:pt x="660599" y="206426"/>
                  <a:pt x="658518" y="214193"/>
                  <a:pt x="662026" y="220268"/>
                </a:cubicBezTo>
                <a:lnTo>
                  <a:pt x="1158121" y="1079500"/>
                </a:lnTo>
                <a:lnTo>
                  <a:pt x="1187450" y="1079500"/>
                </a:lnTo>
                <a:moveTo>
                  <a:pt x="1075491" y="1079500"/>
                </a:moveTo>
                <a:lnTo>
                  <a:pt x="468307" y="355895"/>
                </a:lnTo>
                <a:cubicBezTo>
                  <a:pt x="463799" y="350523"/>
                  <a:pt x="455789" y="349822"/>
                  <a:pt x="450416" y="354330"/>
                </a:cubicBezTo>
                <a:cubicBezTo>
                  <a:pt x="445042" y="358839"/>
                  <a:pt x="444343" y="366848"/>
                  <a:pt x="448850" y="372222"/>
                </a:cubicBezTo>
                <a:lnTo>
                  <a:pt x="1042333" y="1079500"/>
                </a:lnTo>
                <a:lnTo>
                  <a:pt x="1075491" y="1079500"/>
                </a:lnTo>
                <a:moveTo>
                  <a:pt x="925349" y="1079500"/>
                </a:moveTo>
                <a:lnTo>
                  <a:pt x="281681" y="539393"/>
                </a:lnTo>
                <a:cubicBezTo>
                  <a:pt x="276309" y="534885"/>
                  <a:pt x="268298" y="535586"/>
                  <a:pt x="263789" y="540959"/>
                </a:cubicBezTo>
                <a:cubicBezTo>
                  <a:pt x="259281" y="546331"/>
                  <a:pt x="259982" y="554342"/>
                  <a:pt x="265355" y="558851"/>
                </a:cubicBezTo>
                <a:lnTo>
                  <a:pt x="885834" y="1079500"/>
                </a:lnTo>
                <a:lnTo>
                  <a:pt x="925349" y="1079500"/>
                </a:lnTo>
                <a:moveTo>
                  <a:pt x="695966" y="1079500"/>
                </a:moveTo>
                <a:lnTo>
                  <a:pt x="129724" y="752569"/>
                </a:lnTo>
                <a:cubicBezTo>
                  <a:pt x="123650" y="749061"/>
                  <a:pt x="115882" y="751143"/>
                  <a:pt x="112375" y="757217"/>
                </a:cubicBezTo>
                <a:cubicBezTo>
                  <a:pt x="108868" y="763292"/>
                  <a:pt x="110949" y="771059"/>
                  <a:pt x="117023" y="774565"/>
                </a:cubicBezTo>
                <a:lnTo>
                  <a:pt x="645168" y="1079500"/>
                </a:lnTo>
                <a:lnTo>
                  <a:pt x="695966" y="1079500"/>
                </a:lnTo>
                <a:moveTo>
                  <a:pt x="266048" y="1079500"/>
                </a:moveTo>
                <a:lnTo>
                  <a:pt x="191784" y="1079500"/>
                </a:lnTo>
                <a:lnTo>
                  <a:pt x="8360" y="1012739"/>
                </a:lnTo>
                <a:cubicBezTo>
                  <a:pt x="1769" y="1010340"/>
                  <a:pt x="-1629" y="1003052"/>
                  <a:pt x="769" y="996461"/>
                </a:cubicBezTo>
                <a:cubicBezTo>
                  <a:pt x="3168" y="989871"/>
                  <a:pt x="10456" y="986471"/>
                  <a:pt x="17047" y="988870"/>
                </a:cubicBezTo>
                <a:lnTo>
                  <a:pt x="266048" y="1079500"/>
                </a:lnTo>
              </a:path>
            </a:pathLst>
          </a:custGeom>
          <a:gradFill>
            <a:gsLst>
              <a:gs pos="0">
                <a:schemeClr val="accent3">
                  <a:alpha val="80000"/>
                </a:schemeClr>
              </a:gs>
              <a:gs pos="100000">
                <a:schemeClr val="accent3">
                  <a:alpha val="8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Ellipse 2_#color_$accent3_$accent3-2764&amp;1381"/>
          <p:cNvSpPr/>
          <p:nvPr userDrawn="1">
            <p:custDataLst>
              <p:tags r:id="rId14"/>
            </p:custDataLst>
          </p:nvPr>
        </p:nvSpPr>
        <p:spPr>
          <a:xfrm>
            <a:off x="0" y="5200929"/>
            <a:ext cx="1852163" cy="1657071"/>
          </a:xfrm>
          <a:custGeom>
            <a:avLst/>
            <a:gdLst/>
            <a:ahLst/>
            <a:cxnLst/>
            <a:rect l="l" t="t" r="r" b="b"/>
            <a:pathLst>
              <a:path w="1852163" h="1657071">
                <a:moveTo>
                  <a:pt x="1830045" y="1657071"/>
                </a:moveTo>
                <a:lnTo>
                  <a:pt x="0" y="1657071"/>
                </a:lnTo>
                <a:lnTo>
                  <a:pt x="0" y="71798"/>
                </a:lnTo>
                <a:cubicBezTo>
                  <a:pt x="139850" y="25222"/>
                  <a:pt x="289460" y="0"/>
                  <a:pt x="444958" y="0"/>
                </a:cubicBezTo>
                <a:cubicBezTo>
                  <a:pt x="1222136" y="0"/>
                  <a:pt x="1852168" y="630027"/>
                  <a:pt x="1852168" y="1407198"/>
                </a:cubicBezTo>
                <a:cubicBezTo>
                  <a:pt x="1852168" y="1492479"/>
                  <a:pt x="1844573" y="1575981"/>
                  <a:pt x="1830045" y="1657071"/>
                </a:cubicBezTo>
              </a:path>
            </a:pathLst>
          </a:custGeom>
          <a:gradFill>
            <a:gsLst>
              <a:gs pos="0">
                <a:schemeClr val="accent3">
                  <a:alpha val="42000"/>
                </a:schemeClr>
              </a:gs>
              <a:gs pos="76000">
                <a:schemeClr val="accent3">
                  <a:alpha val="12600"/>
                </a:schemeClr>
              </a:gs>
            </a:gsLst>
            <a:lin ang="5396209" scaled="0"/>
          </a:gradFill>
          <a:ln w="25400">
            <a:noFill/>
          </a:ln>
          <a:effectLst>
            <a:softEdge rad="6350"/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0" name="Union_#color_$accent3_$accent3-2764&amp;1402"/>
          <p:cNvSpPr/>
          <p:nvPr userDrawn="1">
            <p:custDataLst>
              <p:tags r:id="rId15"/>
            </p:custDataLst>
          </p:nvPr>
        </p:nvSpPr>
        <p:spPr>
          <a:xfrm>
            <a:off x="0" y="5092700"/>
            <a:ext cx="1962117" cy="1765300"/>
          </a:xfrm>
          <a:custGeom>
            <a:avLst/>
            <a:gdLst/>
            <a:ahLst/>
            <a:cxnLst/>
            <a:rect l="l" t="t" r="r" b="b"/>
            <a:pathLst>
              <a:path w="1962117" h="1765300">
                <a:moveTo>
                  <a:pt x="0" y="321706"/>
                </a:moveTo>
                <a:lnTo>
                  <a:pt x="0" y="247442"/>
                </a:lnTo>
                <a:lnTo>
                  <a:pt x="409969" y="1373823"/>
                </a:lnTo>
                <a:lnTo>
                  <a:pt x="174363" y="37698"/>
                </a:lnTo>
                <a:cubicBezTo>
                  <a:pt x="173145" y="30791"/>
                  <a:pt x="177758" y="24204"/>
                  <a:pt x="184666" y="22986"/>
                </a:cubicBezTo>
                <a:cubicBezTo>
                  <a:pt x="191573" y="21768"/>
                  <a:pt x="198159" y="26380"/>
                  <a:pt x="199379" y="33287"/>
                </a:cubicBezTo>
                <a:lnTo>
                  <a:pt x="434932" y="1369124"/>
                </a:lnTo>
                <a:lnTo>
                  <a:pt x="434932" y="12700"/>
                </a:lnTo>
                <a:cubicBezTo>
                  <a:pt x="434932" y="5686"/>
                  <a:pt x="440618" y="0"/>
                  <a:pt x="447632" y="0"/>
                </a:cubicBezTo>
                <a:cubicBezTo>
                  <a:pt x="454646" y="0"/>
                  <a:pt x="460332" y="5686"/>
                  <a:pt x="460332" y="12700"/>
                </a:cubicBezTo>
                <a:lnTo>
                  <a:pt x="460332" y="1369428"/>
                </a:lnTo>
                <a:lnTo>
                  <a:pt x="695940" y="33287"/>
                </a:lnTo>
                <a:cubicBezTo>
                  <a:pt x="697158" y="26380"/>
                  <a:pt x="703744" y="21768"/>
                  <a:pt x="710651" y="22986"/>
                </a:cubicBezTo>
                <a:cubicBezTo>
                  <a:pt x="717559" y="24204"/>
                  <a:pt x="722172" y="30791"/>
                  <a:pt x="720954" y="37698"/>
                </a:cubicBezTo>
                <a:lnTo>
                  <a:pt x="485399" y="1373530"/>
                </a:lnTo>
                <a:lnTo>
                  <a:pt x="949328" y="98903"/>
                </a:lnTo>
                <a:cubicBezTo>
                  <a:pt x="951727" y="92312"/>
                  <a:pt x="959014" y="88914"/>
                  <a:pt x="965605" y="91313"/>
                </a:cubicBezTo>
                <a:cubicBezTo>
                  <a:pt x="972196" y="93711"/>
                  <a:pt x="975595" y="100999"/>
                  <a:pt x="973196" y="107590"/>
                </a:cubicBezTo>
                <a:lnTo>
                  <a:pt x="509139" y="1382573"/>
                </a:lnTo>
                <a:lnTo>
                  <a:pt x="1187553" y="207566"/>
                </a:lnTo>
                <a:cubicBezTo>
                  <a:pt x="1191061" y="201492"/>
                  <a:pt x="1198828" y="199412"/>
                  <a:pt x="1204901" y="202918"/>
                </a:cubicBezTo>
                <a:cubicBezTo>
                  <a:pt x="1210975" y="206426"/>
                  <a:pt x="1213057" y="214193"/>
                  <a:pt x="1209551" y="220268"/>
                </a:cubicBezTo>
                <a:lnTo>
                  <a:pt x="531305" y="1394981"/>
                </a:lnTo>
                <a:lnTo>
                  <a:pt x="1403210" y="355895"/>
                </a:lnTo>
                <a:cubicBezTo>
                  <a:pt x="1407719" y="350523"/>
                  <a:pt x="1415733" y="349822"/>
                  <a:pt x="1421105" y="354330"/>
                </a:cubicBezTo>
                <a:cubicBezTo>
                  <a:pt x="1426477" y="358839"/>
                  <a:pt x="1427175" y="366848"/>
                  <a:pt x="1422667" y="372222"/>
                </a:cubicBezTo>
                <a:lnTo>
                  <a:pt x="550680" y="1411415"/>
                </a:lnTo>
                <a:lnTo>
                  <a:pt x="1589900" y="539393"/>
                </a:lnTo>
                <a:cubicBezTo>
                  <a:pt x="1595272" y="534885"/>
                  <a:pt x="1603286" y="535586"/>
                  <a:pt x="1607795" y="540959"/>
                </a:cubicBezTo>
                <a:cubicBezTo>
                  <a:pt x="1612303" y="546331"/>
                  <a:pt x="1611592" y="554342"/>
                  <a:pt x="1606220" y="558851"/>
                </a:cubicBezTo>
                <a:lnTo>
                  <a:pt x="566931" y="1430934"/>
                </a:lnTo>
                <a:lnTo>
                  <a:pt x="1741843" y="752569"/>
                </a:lnTo>
                <a:cubicBezTo>
                  <a:pt x="1747926" y="749061"/>
                  <a:pt x="1755686" y="751143"/>
                  <a:pt x="1759191" y="757217"/>
                </a:cubicBezTo>
                <a:cubicBezTo>
                  <a:pt x="1762709" y="763292"/>
                  <a:pt x="1760626" y="771059"/>
                  <a:pt x="1754543" y="774565"/>
                </a:cubicBezTo>
                <a:lnTo>
                  <a:pt x="579868" y="1452791"/>
                </a:lnTo>
                <a:lnTo>
                  <a:pt x="1854479" y="988872"/>
                </a:lnTo>
                <a:cubicBezTo>
                  <a:pt x="1861071" y="986472"/>
                  <a:pt x="1868361" y="989870"/>
                  <a:pt x="1870761" y="996461"/>
                </a:cubicBezTo>
                <a:cubicBezTo>
                  <a:pt x="1873148" y="1003052"/>
                  <a:pt x="1869758" y="1010341"/>
                  <a:pt x="1863166" y="1012739"/>
                </a:cubicBezTo>
                <a:lnTo>
                  <a:pt x="588264" y="1476769"/>
                </a:lnTo>
                <a:lnTo>
                  <a:pt x="1924368" y="1241163"/>
                </a:lnTo>
                <a:cubicBezTo>
                  <a:pt x="1931276" y="1239945"/>
                  <a:pt x="1937855" y="1244558"/>
                  <a:pt x="1939074" y="1251466"/>
                </a:cubicBezTo>
                <a:cubicBezTo>
                  <a:pt x="1940293" y="1258373"/>
                  <a:pt x="1935683" y="1264959"/>
                  <a:pt x="1928774" y="1266177"/>
                </a:cubicBezTo>
                <a:lnTo>
                  <a:pt x="592941" y="1501737"/>
                </a:lnTo>
                <a:lnTo>
                  <a:pt x="1949412" y="1501737"/>
                </a:lnTo>
                <a:cubicBezTo>
                  <a:pt x="1956435" y="1501737"/>
                  <a:pt x="1962112" y="1507414"/>
                  <a:pt x="1962112" y="1514437"/>
                </a:cubicBezTo>
                <a:cubicBezTo>
                  <a:pt x="1962112" y="1521447"/>
                  <a:pt x="1956435" y="1527137"/>
                  <a:pt x="1949412" y="1527137"/>
                </a:cubicBezTo>
                <a:lnTo>
                  <a:pt x="592634" y="1527137"/>
                </a:lnTo>
                <a:lnTo>
                  <a:pt x="1928774" y="1762735"/>
                </a:lnTo>
                <a:cubicBezTo>
                  <a:pt x="1930933" y="1763116"/>
                  <a:pt x="1932864" y="1764030"/>
                  <a:pt x="1934477" y="1765300"/>
                </a:cubicBezTo>
                <a:lnTo>
                  <a:pt x="1797025" y="1765300"/>
                </a:lnTo>
                <a:lnTo>
                  <a:pt x="588521" y="1552194"/>
                </a:lnTo>
                <a:lnTo>
                  <a:pt x="1174015" y="1765300"/>
                </a:lnTo>
                <a:lnTo>
                  <a:pt x="1099749" y="1765300"/>
                </a:lnTo>
                <a:lnTo>
                  <a:pt x="579636" y="1575994"/>
                </a:lnTo>
                <a:lnTo>
                  <a:pt x="907512" y="1765300"/>
                </a:lnTo>
                <a:lnTo>
                  <a:pt x="856713" y="1765300"/>
                </a:lnTo>
                <a:lnTo>
                  <a:pt x="567141" y="1598104"/>
                </a:lnTo>
                <a:lnTo>
                  <a:pt x="766388" y="1765300"/>
                </a:lnTo>
                <a:lnTo>
                  <a:pt x="726873" y="1765300"/>
                </a:lnTo>
                <a:lnTo>
                  <a:pt x="550531" y="1617332"/>
                </a:lnTo>
                <a:lnTo>
                  <a:pt x="674694" y="1765300"/>
                </a:lnTo>
                <a:lnTo>
                  <a:pt x="641537" y="1765300"/>
                </a:lnTo>
                <a:lnTo>
                  <a:pt x="531305" y="1633931"/>
                </a:lnTo>
                <a:lnTo>
                  <a:pt x="607153" y="1765300"/>
                </a:lnTo>
                <a:lnTo>
                  <a:pt x="577823" y="1765300"/>
                </a:lnTo>
                <a:lnTo>
                  <a:pt x="509187" y="1646428"/>
                </a:lnTo>
                <a:lnTo>
                  <a:pt x="552455" y="1765300"/>
                </a:lnTo>
                <a:lnTo>
                  <a:pt x="525424" y="1765300"/>
                </a:lnTo>
                <a:lnTo>
                  <a:pt x="485400" y="1655331"/>
                </a:lnTo>
                <a:lnTo>
                  <a:pt x="504792" y="1765300"/>
                </a:lnTo>
                <a:lnTo>
                  <a:pt x="479000" y="1765300"/>
                </a:lnTo>
                <a:lnTo>
                  <a:pt x="460332" y="1659433"/>
                </a:lnTo>
                <a:lnTo>
                  <a:pt x="460332" y="1765300"/>
                </a:lnTo>
                <a:lnTo>
                  <a:pt x="434932" y="1765300"/>
                </a:lnTo>
                <a:lnTo>
                  <a:pt x="434932" y="1659738"/>
                </a:lnTo>
                <a:lnTo>
                  <a:pt x="416317" y="1765300"/>
                </a:lnTo>
                <a:lnTo>
                  <a:pt x="390526" y="1765300"/>
                </a:lnTo>
                <a:lnTo>
                  <a:pt x="409967" y="1655051"/>
                </a:lnTo>
                <a:lnTo>
                  <a:pt x="369839" y="1765300"/>
                </a:lnTo>
                <a:lnTo>
                  <a:pt x="342809" y="1765300"/>
                </a:lnTo>
                <a:lnTo>
                  <a:pt x="385983" y="1646682"/>
                </a:lnTo>
                <a:lnTo>
                  <a:pt x="317496" y="1765300"/>
                </a:lnTo>
                <a:lnTo>
                  <a:pt x="288166" y="1765300"/>
                </a:lnTo>
                <a:lnTo>
                  <a:pt x="364136" y="1633728"/>
                </a:lnTo>
                <a:lnTo>
                  <a:pt x="253727" y="1765300"/>
                </a:lnTo>
                <a:lnTo>
                  <a:pt x="220570" y="1765300"/>
                </a:lnTo>
                <a:lnTo>
                  <a:pt x="344594" y="1617497"/>
                </a:lnTo>
                <a:lnTo>
                  <a:pt x="168449" y="1765300"/>
                </a:lnTo>
                <a:lnTo>
                  <a:pt x="128933" y="1765300"/>
                </a:lnTo>
                <a:lnTo>
                  <a:pt x="328192" y="1598104"/>
                </a:lnTo>
                <a:lnTo>
                  <a:pt x="38602" y="1765300"/>
                </a:lnTo>
                <a:lnTo>
                  <a:pt x="0" y="1765300"/>
                </a:lnTo>
                <a:lnTo>
                  <a:pt x="0" y="1758264"/>
                </a:lnTo>
                <a:lnTo>
                  <a:pt x="315764" y="1575943"/>
                </a:lnTo>
                <a:lnTo>
                  <a:pt x="0" y="1690878"/>
                </a:lnTo>
                <a:lnTo>
                  <a:pt x="0" y="1663840"/>
                </a:lnTo>
                <a:lnTo>
                  <a:pt x="306749" y="1552194"/>
                </a:lnTo>
                <a:lnTo>
                  <a:pt x="0" y="1606283"/>
                </a:lnTo>
                <a:lnTo>
                  <a:pt x="0" y="1580490"/>
                </a:lnTo>
                <a:lnTo>
                  <a:pt x="302630" y="1527137"/>
                </a:lnTo>
                <a:lnTo>
                  <a:pt x="0" y="1527137"/>
                </a:lnTo>
                <a:lnTo>
                  <a:pt x="0" y="1501737"/>
                </a:lnTo>
                <a:lnTo>
                  <a:pt x="302322" y="1501737"/>
                </a:lnTo>
                <a:lnTo>
                  <a:pt x="0" y="1448422"/>
                </a:lnTo>
                <a:lnTo>
                  <a:pt x="0" y="1422629"/>
                </a:lnTo>
                <a:lnTo>
                  <a:pt x="307007" y="1476769"/>
                </a:lnTo>
                <a:lnTo>
                  <a:pt x="0" y="1365021"/>
                </a:lnTo>
                <a:lnTo>
                  <a:pt x="0" y="1337996"/>
                </a:lnTo>
                <a:lnTo>
                  <a:pt x="315530" y="1452842"/>
                </a:lnTo>
                <a:lnTo>
                  <a:pt x="0" y="1270660"/>
                </a:lnTo>
                <a:lnTo>
                  <a:pt x="0" y="1241331"/>
                </a:lnTo>
                <a:lnTo>
                  <a:pt x="328403" y="1430934"/>
                </a:lnTo>
                <a:lnTo>
                  <a:pt x="0" y="1155375"/>
                </a:lnTo>
                <a:lnTo>
                  <a:pt x="0" y="1122218"/>
                </a:lnTo>
                <a:lnTo>
                  <a:pt x="344446" y="1411249"/>
                </a:lnTo>
                <a:lnTo>
                  <a:pt x="0" y="1000754"/>
                </a:lnTo>
                <a:lnTo>
                  <a:pt x="0" y="961239"/>
                </a:lnTo>
                <a:lnTo>
                  <a:pt x="364136" y="1395197"/>
                </a:lnTo>
                <a:lnTo>
                  <a:pt x="0" y="764513"/>
                </a:lnTo>
                <a:lnTo>
                  <a:pt x="0" y="713715"/>
                </a:lnTo>
                <a:lnTo>
                  <a:pt x="386030" y="1382319"/>
                </a:lnTo>
                <a:lnTo>
                  <a:pt x="0" y="321706"/>
                </a:lnTo>
              </a:path>
            </a:pathLst>
          </a:cu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accent3">
                  <a:alpha val="6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31" name="图片 30" descr="C:/Users/ADMIN/AppData/Local/Temp/fig2wpp/@png2x_03-2692&amp;3511.png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r:link="rId9"/>
          <a:stretch>
            <a:fillRect/>
          </a:stretch>
        </p:blipFill>
        <p:spPr>
          <a:xfrm>
            <a:off x="9753600" y="2667000"/>
            <a:ext cx="2019935" cy="2011045"/>
          </a:xfrm>
          <a:prstGeom prst="rect">
            <a:avLst/>
          </a:prstGeom>
        </p:spPr>
      </p:pic>
      <p:pic>
        <p:nvPicPr>
          <p:cNvPr id="32" name="图片 31" descr="C:/Users/ADMIN/AppData/Local/Temp/fig2wpp/@png2x_02-2692&amp;3513.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r:link="rId9"/>
          <a:stretch>
            <a:fillRect/>
          </a:stretch>
        </p:blipFill>
        <p:spPr>
          <a:xfrm>
            <a:off x="7150100" y="1523365"/>
            <a:ext cx="2599690" cy="2846705"/>
          </a:xfrm>
          <a:prstGeom prst="rect">
            <a:avLst/>
          </a:prstGeom>
        </p:spPr>
      </p:pic>
      <p:pic>
        <p:nvPicPr>
          <p:cNvPr id="33" name="图片 32" descr="C:/Users/ADMIN/AppData/Local/Temp/fig2wpp/@png2x_bg02-2692&amp;3515.png"/>
          <p:cNvPicPr>
            <a:picLocks noChangeAspect="1"/>
          </p:cNvPicPr>
          <p:nvPr userDrawn="1">
            <p:custDataLst>
              <p:tags r:id="rId20"/>
            </p:custDataLst>
          </p:nvPr>
        </p:nvPicPr>
        <p:blipFill>
          <a:blip r:embed="rId21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图片 33" descr="C:/Users/ADMIN/AppData/Local/Temp/fig2wpp/@png2x_01-2692&amp;3517.png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>
          <a:blip r:embed="rId23" r:link="rId9"/>
          <a:stretch>
            <a:fillRect/>
          </a:stretch>
        </p:blipFill>
        <p:spPr>
          <a:xfrm>
            <a:off x="0" y="0"/>
            <a:ext cx="3556000" cy="2345690"/>
          </a:xfrm>
          <a:prstGeom prst="rect">
            <a:avLst/>
          </a:prstGeom>
        </p:spPr>
      </p:pic>
      <p:pic>
        <p:nvPicPr>
          <p:cNvPr id="35" name="图片 34" descr="C:/Users/ADMIN/AppData/Local/Temp/fig2wpp/@png2x_bg-2692&amp;3521.png"/>
          <p:cNvPicPr>
            <a:picLocks noChangeAspect="1"/>
          </p:cNvPicPr>
          <p:nvPr userDrawn="1">
            <p:custDataLst>
              <p:tags r:id="rId24"/>
            </p:custDataLst>
          </p:nvPr>
        </p:nvPicPr>
        <p:blipFill>
          <a:blip r:embed="rId25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pic>
        <p:nvPicPr>
          <p:cNvPr id="36" name="图片 35" descr="C:/Users/ADMIN/AppData/Local/Temp/fig2wpp/@png2x_06-2692&amp;3523.png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 r:link="rId9"/>
          <a:stretch>
            <a:fillRect/>
          </a:stretch>
        </p:blipFill>
        <p:spPr>
          <a:xfrm>
            <a:off x="3251200" y="5588000"/>
            <a:ext cx="960120" cy="615950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2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29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3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6389" hasCustomPrompt="1"/>
            <p:custDataLst>
              <p:tags r:id="rId31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32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/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33"/>
            </p:custDataLst>
          </p:nvPr>
        </p:nvSpPr>
        <p:spPr>
          <a:xfrm>
            <a:off x="1016000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/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_#color_$accent1_$accent1-2764&amp;130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gradFill>
            <a:gsLst>
              <a:gs pos="55000">
                <a:schemeClr val="accent1">
                  <a:alpha val="0"/>
                </a:schemeClr>
              </a:gs>
              <a:gs pos="100000">
                <a:schemeClr val="accent1">
                  <a:alpha val="41000"/>
                </a:schemeClr>
              </a:gs>
            </a:gsLst>
            <a:lin ang="83173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6" name="Ellipse 2_#color_$accent1_$accent1-2764&amp;1411"/>
          <p:cNvSpPr/>
          <p:nvPr userDrawn="1">
            <p:custDataLst>
              <p:tags r:id="rId3"/>
            </p:custDataLst>
          </p:nvPr>
        </p:nvSpPr>
        <p:spPr>
          <a:xfrm>
            <a:off x="6727713" y="0"/>
            <a:ext cx="5464287" cy="1897297"/>
          </a:xfrm>
          <a:custGeom>
            <a:avLst/>
            <a:gdLst/>
            <a:ahLst/>
            <a:cxnLst/>
            <a:rect l="l" t="t" r="r" b="b"/>
            <a:pathLst>
              <a:path w="5464287" h="1897297">
                <a:moveTo>
                  <a:pt x="5464289" y="515281"/>
                </a:moveTo>
                <a:cubicBezTo>
                  <a:pt x="4904829" y="1348664"/>
                  <a:pt x="3952519" y="1897291"/>
                  <a:pt x="2871813" y="1897291"/>
                </a:cubicBezTo>
                <a:cubicBezTo>
                  <a:pt x="1581417" y="1897291"/>
                  <a:pt x="474108" y="1115135"/>
                  <a:pt x="0" y="0"/>
                </a:cubicBezTo>
                <a:lnTo>
                  <a:pt x="5464289" y="0"/>
                </a:lnTo>
                <a:lnTo>
                  <a:pt x="5464289" y="515281"/>
                </a:lnTo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65000">
                <a:schemeClr val="accent1">
                  <a:alpha val="5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7" name="Union_#color_$accent1_$accent1-2764&amp;1432"/>
          <p:cNvSpPr/>
          <p:nvPr userDrawn="1">
            <p:custDataLst>
              <p:tags r:id="rId4"/>
            </p:custDataLst>
          </p:nvPr>
        </p:nvSpPr>
        <p:spPr>
          <a:xfrm>
            <a:off x="6772821" y="0"/>
            <a:ext cx="5419179" cy="2055970"/>
          </a:xfrm>
          <a:custGeom>
            <a:avLst/>
            <a:gdLst/>
            <a:ahLst/>
            <a:cxnLst/>
            <a:rect l="l" t="t" r="r" b="b"/>
            <a:pathLst>
              <a:path w="5419179" h="2055970">
                <a:moveTo>
                  <a:pt x="4974006" y="0"/>
                </a:moveTo>
                <a:lnTo>
                  <a:pt x="4897806" y="0"/>
                </a:lnTo>
                <a:lnTo>
                  <a:pt x="5419179" y="301027"/>
                </a:lnTo>
                <a:lnTo>
                  <a:pt x="5419179" y="257031"/>
                </a:lnTo>
                <a:lnTo>
                  <a:pt x="4974006" y="0"/>
                </a:lnTo>
                <a:moveTo>
                  <a:pt x="694025" y="0"/>
                </a:moveTo>
                <a:lnTo>
                  <a:pt x="9528" y="395207"/>
                </a:lnTo>
                <a:cubicBezTo>
                  <a:pt x="417" y="400468"/>
                  <a:pt x="-2705" y="412119"/>
                  <a:pt x="2556" y="421230"/>
                </a:cubicBezTo>
                <a:cubicBezTo>
                  <a:pt x="7816" y="430341"/>
                  <a:pt x="19467" y="433464"/>
                  <a:pt x="28579" y="428202"/>
                </a:cubicBezTo>
                <a:lnTo>
                  <a:pt x="770223" y="0"/>
                </a:lnTo>
                <a:lnTo>
                  <a:pt x="694025" y="0"/>
                </a:lnTo>
                <a:moveTo>
                  <a:pt x="1358062" y="0"/>
                </a:moveTo>
                <a:lnTo>
                  <a:pt x="331786" y="861153"/>
                </a:lnTo>
                <a:cubicBezTo>
                  <a:pt x="323727" y="867915"/>
                  <a:pt x="322675" y="879931"/>
                  <a:pt x="329439" y="887990"/>
                </a:cubicBezTo>
                <a:cubicBezTo>
                  <a:pt x="336201" y="896050"/>
                  <a:pt x="348217" y="897101"/>
                  <a:pt x="356277" y="890339"/>
                </a:cubicBezTo>
                <a:lnTo>
                  <a:pt x="1417333" y="0"/>
                </a:lnTo>
                <a:lnTo>
                  <a:pt x="1358062" y="0"/>
                </a:lnTo>
                <a:moveTo>
                  <a:pt x="1790776" y="0"/>
                </a:moveTo>
                <a:lnTo>
                  <a:pt x="729997" y="1264175"/>
                </a:lnTo>
                <a:cubicBezTo>
                  <a:pt x="723235" y="1272235"/>
                  <a:pt x="724285" y="1284249"/>
                  <a:pt x="732346" y="1291019"/>
                </a:cubicBezTo>
                <a:cubicBezTo>
                  <a:pt x="740405" y="1297775"/>
                  <a:pt x="752420" y="1296721"/>
                  <a:pt x="759183" y="1288669"/>
                </a:cubicBezTo>
                <a:lnTo>
                  <a:pt x="1840509" y="0"/>
                </a:lnTo>
                <a:lnTo>
                  <a:pt x="1790776" y="0"/>
                </a:lnTo>
                <a:moveTo>
                  <a:pt x="2111337" y="0"/>
                </a:moveTo>
                <a:lnTo>
                  <a:pt x="1192244" y="1591869"/>
                </a:lnTo>
                <a:cubicBezTo>
                  <a:pt x="1186984" y="1600975"/>
                  <a:pt x="1190106" y="1612633"/>
                  <a:pt x="1199218" y="1617891"/>
                </a:cubicBezTo>
                <a:cubicBezTo>
                  <a:pt x="1208329" y="1623149"/>
                  <a:pt x="1219979" y="1620025"/>
                  <a:pt x="1225240" y="1610919"/>
                </a:cubicBezTo>
                <a:lnTo>
                  <a:pt x="2155330" y="0"/>
                </a:lnTo>
                <a:lnTo>
                  <a:pt x="2111337" y="0"/>
                </a:lnTo>
                <a:moveTo>
                  <a:pt x="2371966" y="0"/>
                </a:moveTo>
                <a:lnTo>
                  <a:pt x="1704327" y="1834312"/>
                </a:lnTo>
                <a:cubicBezTo>
                  <a:pt x="1700733" y="1844192"/>
                  <a:pt x="1705826" y="1855127"/>
                  <a:pt x="1715719" y="1858734"/>
                </a:cubicBezTo>
                <a:cubicBezTo>
                  <a:pt x="1725600" y="1862328"/>
                  <a:pt x="1736535" y="1857223"/>
                  <a:pt x="1740129" y="1847342"/>
                </a:cubicBezTo>
                <a:lnTo>
                  <a:pt x="2412505" y="0"/>
                </a:lnTo>
                <a:lnTo>
                  <a:pt x="2371966" y="0"/>
                </a:lnTo>
                <a:moveTo>
                  <a:pt x="2600668" y="0"/>
                </a:moveTo>
                <a:lnTo>
                  <a:pt x="2250796" y="1984159"/>
                </a:lnTo>
                <a:cubicBezTo>
                  <a:pt x="2248967" y="1994522"/>
                  <a:pt x="2255876" y="2004403"/>
                  <a:pt x="2266239" y="2006232"/>
                </a:cubicBezTo>
                <a:cubicBezTo>
                  <a:pt x="2276602" y="2008061"/>
                  <a:pt x="2286483" y="2001139"/>
                  <a:pt x="2288311" y="1990776"/>
                </a:cubicBezTo>
                <a:lnTo>
                  <a:pt x="2639352" y="0"/>
                </a:lnTo>
                <a:lnTo>
                  <a:pt x="2600668" y="0"/>
                </a:lnTo>
                <a:moveTo>
                  <a:pt x="2814904" y="0"/>
                </a:moveTo>
                <a:lnTo>
                  <a:pt x="2814904" y="2036915"/>
                </a:lnTo>
                <a:cubicBezTo>
                  <a:pt x="2814904" y="2047443"/>
                  <a:pt x="2823439" y="2055965"/>
                  <a:pt x="2833954" y="2055965"/>
                </a:cubicBezTo>
                <a:cubicBezTo>
                  <a:pt x="2844483" y="2055965"/>
                  <a:pt x="2853004" y="2047443"/>
                  <a:pt x="2853004" y="2036915"/>
                </a:cubicBezTo>
                <a:lnTo>
                  <a:pt x="2853004" y="0"/>
                </a:lnTo>
                <a:lnTo>
                  <a:pt x="2814904" y="0"/>
                </a:lnTo>
                <a:moveTo>
                  <a:pt x="3028671" y="0"/>
                </a:moveTo>
                <a:lnTo>
                  <a:pt x="3379711" y="1990776"/>
                </a:lnTo>
                <a:cubicBezTo>
                  <a:pt x="3381540" y="2001139"/>
                  <a:pt x="3391421" y="2008061"/>
                  <a:pt x="3401784" y="2006232"/>
                </a:cubicBezTo>
                <a:cubicBezTo>
                  <a:pt x="3412147" y="2004403"/>
                  <a:pt x="3419069" y="1994522"/>
                  <a:pt x="3417240" y="1984159"/>
                </a:cubicBezTo>
                <a:lnTo>
                  <a:pt x="3067355" y="0"/>
                </a:lnTo>
                <a:lnTo>
                  <a:pt x="3028671" y="0"/>
                </a:lnTo>
                <a:moveTo>
                  <a:pt x="3255404" y="0"/>
                </a:moveTo>
                <a:lnTo>
                  <a:pt x="3927780" y="1847342"/>
                </a:lnTo>
                <a:cubicBezTo>
                  <a:pt x="3931374" y="1857223"/>
                  <a:pt x="3942309" y="1862328"/>
                  <a:pt x="3952202" y="1858734"/>
                </a:cubicBezTo>
                <a:cubicBezTo>
                  <a:pt x="3962083" y="1855127"/>
                  <a:pt x="3967188" y="1844192"/>
                  <a:pt x="3963581" y="1834312"/>
                </a:cubicBezTo>
                <a:lnTo>
                  <a:pt x="3295955" y="0"/>
                </a:lnTo>
                <a:lnTo>
                  <a:pt x="3255404" y="0"/>
                </a:lnTo>
                <a:moveTo>
                  <a:pt x="3512693" y="0"/>
                </a:moveTo>
                <a:lnTo>
                  <a:pt x="4442790" y="1610919"/>
                </a:lnTo>
                <a:cubicBezTo>
                  <a:pt x="4448048" y="1620025"/>
                  <a:pt x="4459694" y="1623149"/>
                  <a:pt x="4468813" y="1617891"/>
                </a:cubicBezTo>
                <a:cubicBezTo>
                  <a:pt x="4477918" y="1612633"/>
                  <a:pt x="4481043" y="1600975"/>
                  <a:pt x="4475785" y="1591869"/>
                </a:cubicBezTo>
                <a:lnTo>
                  <a:pt x="3556686" y="0"/>
                </a:lnTo>
                <a:lnTo>
                  <a:pt x="3512693" y="0"/>
                </a:lnTo>
                <a:moveTo>
                  <a:pt x="3827399" y="0"/>
                </a:moveTo>
                <a:lnTo>
                  <a:pt x="4908728" y="1288669"/>
                </a:lnTo>
                <a:cubicBezTo>
                  <a:pt x="4915497" y="1296721"/>
                  <a:pt x="4927511" y="1297775"/>
                  <a:pt x="4935576" y="1291019"/>
                </a:cubicBezTo>
                <a:cubicBezTo>
                  <a:pt x="4943627" y="1284249"/>
                  <a:pt x="4944682" y="1272235"/>
                  <a:pt x="4937912" y="1264175"/>
                </a:cubicBezTo>
                <a:lnTo>
                  <a:pt x="3877132" y="0"/>
                </a:lnTo>
                <a:lnTo>
                  <a:pt x="3827399" y="0"/>
                </a:lnTo>
                <a:moveTo>
                  <a:pt x="4250703" y="0"/>
                </a:moveTo>
                <a:lnTo>
                  <a:pt x="5311750" y="890339"/>
                </a:lnTo>
                <a:cubicBezTo>
                  <a:pt x="5319814" y="897101"/>
                  <a:pt x="5331828" y="896050"/>
                  <a:pt x="5338597" y="887990"/>
                </a:cubicBezTo>
                <a:cubicBezTo>
                  <a:pt x="5345354" y="879931"/>
                  <a:pt x="5344300" y="867915"/>
                  <a:pt x="5336248" y="861153"/>
                </a:cubicBezTo>
                <a:lnTo>
                  <a:pt x="4309974" y="0"/>
                </a:lnTo>
                <a:lnTo>
                  <a:pt x="4250703" y="0"/>
                </a:lnTo>
              </a:path>
            </a:pathLst>
          </a:custGeom>
          <a:gradFill>
            <a:gsLst>
              <a:gs pos="0">
                <a:schemeClr val="accent1">
                  <a:alpha val="30000"/>
                </a:schemeClr>
              </a:gs>
              <a:gs pos="90000">
                <a:schemeClr val="accent1">
                  <a:alpha val="10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8" name="Ellipse 2_#color_$accent3_$accent3-2764&amp;1513"/>
          <p:cNvSpPr/>
          <p:nvPr userDrawn="1">
            <p:custDataLst>
              <p:tags r:id="rId5"/>
            </p:custDataLst>
          </p:nvPr>
        </p:nvSpPr>
        <p:spPr>
          <a:xfrm>
            <a:off x="425738" y="4761269"/>
            <a:ext cx="3705382" cy="2096731"/>
          </a:xfrm>
          <a:custGeom>
            <a:avLst/>
            <a:gdLst/>
            <a:ahLst/>
            <a:cxnLst/>
            <a:rect l="l" t="t" r="r" b="b"/>
            <a:pathLst>
              <a:path w="3705382" h="2096731">
                <a:moveTo>
                  <a:pt x="3689452" y="2096732"/>
                </a:moveTo>
                <a:lnTo>
                  <a:pt x="15929" y="2096732"/>
                </a:lnTo>
                <a:cubicBezTo>
                  <a:pt x="5422" y="2016874"/>
                  <a:pt x="0" y="1935417"/>
                  <a:pt x="0" y="1852689"/>
                </a:cubicBezTo>
                <a:cubicBezTo>
                  <a:pt x="0" y="829478"/>
                  <a:pt x="829478" y="0"/>
                  <a:pt x="1852689" y="0"/>
                </a:cubicBezTo>
                <a:cubicBezTo>
                  <a:pt x="2875902" y="0"/>
                  <a:pt x="3705377" y="829478"/>
                  <a:pt x="3705377" y="1852689"/>
                </a:cubicBezTo>
                <a:cubicBezTo>
                  <a:pt x="3705377" y="1935417"/>
                  <a:pt x="3699955" y="2016874"/>
                  <a:pt x="3689452" y="2096732"/>
                </a:cubicBezTo>
              </a:path>
            </a:pathLst>
          </a:custGeom>
          <a:gradFill>
            <a:gsLst>
              <a:gs pos="0">
                <a:schemeClr val="accent3">
                  <a:alpha val="21000"/>
                </a:schemeClr>
              </a:gs>
              <a:gs pos="100000">
                <a:schemeClr val="accent3">
                  <a:alpha val="6300"/>
                </a:schemeClr>
              </a:gs>
            </a:gsLst>
            <a:lin ang="539620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9" name="Union_#color_$accent3_$accent3-2764&amp;1534"/>
          <p:cNvSpPr/>
          <p:nvPr userDrawn="1">
            <p:custDataLst>
              <p:tags r:id="rId6"/>
            </p:custDataLst>
          </p:nvPr>
        </p:nvSpPr>
        <p:spPr>
          <a:xfrm>
            <a:off x="292100" y="4622800"/>
            <a:ext cx="3979759" cy="2235200"/>
          </a:xfrm>
          <a:custGeom>
            <a:avLst/>
            <a:gdLst/>
            <a:ahLst/>
            <a:cxnLst/>
            <a:rect l="l" t="t" r="r" b="b"/>
            <a:pathLst>
              <a:path w="3979759" h="2235200">
                <a:moveTo>
                  <a:pt x="671770" y="2235200"/>
                </a:moveTo>
                <a:lnTo>
                  <a:pt x="525506" y="2235200"/>
                </a:lnTo>
                <a:lnTo>
                  <a:pt x="1844904" y="2002549"/>
                </a:lnTo>
                <a:lnTo>
                  <a:pt x="12700" y="2002549"/>
                </a:lnTo>
                <a:cubicBezTo>
                  <a:pt x="5686" y="2002549"/>
                  <a:pt x="0" y="1996859"/>
                  <a:pt x="0" y="1989849"/>
                </a:cubicBezTo>
                <a:cubicBezTo>
                  <a:pt x="0" y="1982826"/>
                  <a:pt x="5686" y="1977149"/>
                  <a:pt x="12700" y="1977149"/>
                </a:cubicBezTo>
                <a:lnTo>
                  <a:pt x="1844485" y="1977149"/>
                </a:lnTo>
                <a:lnTo>
                  <a:pt x="40507" y="1659039"/>
                </a:lnTo>
                <a:cubicBezTo>
                  <a:pt x="33599" y="1657820"/>
                  <a:pt x="28987" y="1651241"/>
                  <a:pt x="30205" y="1644333"/>
                </a:cubicBezTo>
                <a:cubicBezTo>
                  <a:pt x="31423" y="1637424"/>
                  <a:pt x="38010" y="1632814"/>
                  <a:pt x="44917" y="1634033"/>
                </a:cubicBezTo>
                <a:lnTo>
                  <a:pt x="1849260" y="1952193"/>
                </a:lnTo>
                <a:lnTo>
                  <a:pt x="127572" y="1325550"/>
                </a:lnTo>
                <a:cubicBezTo>
                  <a:pt x="120981" y="1323150"/>
                  <a:pt x="117582" y="1315860"/>
                  <a:pt x="119981" y="1309268"/>
                </a:cubicBezTo>
                <a:cubicBezTo>
                  <a:pt x="122380" y="1302690"/>
                  <a:pt x="129668" y="1299286"/>
                  <a:pt x="136260" y="1301687"/>
                </a:cubicBezTo>
                <a:lnTo>
                  <a:pt x="1857718" y="1928241"/>
                </a:lnTo>
                <a:lnTo>
                  <a:pt x="271266" y="1012275"/>
                </a:lnTo>
                <a:cubicBezTo>
                  <a:pt x="265191" y="1008767"/>
                  <a:pt x="263110" y="1001000"/>
                  <a:pt x="266617" y="994926"/>
                </a:cubicBezTo>
                <a:cubicBezTo>
                  <a:pt x="270124" y="988851"/>
                  <a:pt x="277891" y="986771"/>
                  <a:pt x="283966" y="990277"/>
                </a:cubicBezTo>
                <a:lnTo>
                  <a:pt x="1870672" y="1906397"/>
                </a:lnTo>
                <a:lnTo>
                  <a:pt x="467126" y="728666"/>
                </a:lnTo>
                <a:cubicBezTo>
                  <a:pt x="461754" y="724158"/>
                  <a:pt x="461053" y="716148"/>
                  <a:pt x="465562" y="710775"/>
                </a:cubicBezTo>
                <a:cubicBezTo>
                  <a:pt x="470070" y="705401"/>
                  <a:pt x="478080" y="704700"/>
                  <a:pt x="483453" y="709209"/>
                </a:cubicBezTo>
                <a:lnTo>
                  <a:pt x="1886598" y="1886598"/>
                </a:lnTo>
                <a:lnTo>
                  <a:pt x="709209" y="483453"/>
                </a:lnTo>
                <a:cubicBezTo>
                  <a:pt x="704700" y="478080"/>
                  <a:pt x="705401" y="470070"/>
                  <a:pt x="710775" y="465562"/>
                </a:cubicBezTo>
                <a:cubicBezTo>
                  <a:pt x="716147" y="461053"/>
                  <a:pt x="724158" y="461754"/>
                  <a:pt x="728666" y="467126"/>
                </a:cubicBezTo>
                <a:lnTo>
                  <a:pt x="1906397" y="1870672"/>
                </a:lnTo>
                <a:lnTo>
                  <a:pt x="990277" y="283966"/>
                </a:lnTo>
                <a:cubicBezTo>
                  <a:pt x="986771" y="277891"/>
                  <a:pt x="988851" y="270124"/>
                  <a:pt x="994926" y="266617"/>
                </a:cubicBezTo>
                <a:cubicBezTo>
                  <a:pt x="1001000" y="263110"/>
                  <a:pt x="1008767" y="265191"/>
                  <a:pt x="1012275" y="271266"/>
                </a:cubicBezTo>
                <a:lnTo>
                  <a:pt x="1928216" y="1857680"/>
                </a:lnTo>
                <a:lnTo>
                  <a:pt x="1301674" y="136260"/>
                </a:lnTo>
                <a:cubicBezTo>
                  <a:pt x="1299274" y="129668"/>
                  <a:pt x="1302677" y="122380"/>
                  <a:pt x="1309268" y="119981"/>
                </a:cubicBezTo>
                <a:cubicBezTo>
                  <a:pt x="1315860" y="117582"/>
                  <a:pt x="1323150" y="120981"/>
                  <a:pt x="1325550" y="127572"/>
                </a:cubicBezTo>
                <a:lnTo>
                  <a:pt x="1952206" y="1849311"/>
                </a:lnTo>
                <a:lnTo>
                  <a:pt x="1634033" y="44917"/>
                </a:lnTo>
                <a:cubicBezTo>
                  <a:pt x="1632814" y="38010"/>
                  <a:pt x="1637424" y="31423"/>
                  <a:pt x="1644333" y="30205"/>
                </a:cubicBezTo>
                <a:cubicBezTo>
                  <a:pt x="1651241" y="28987"/>
                  <a:pt x="1657820" y="33599"/>
                  <a:pt x="1659039" y="40506"/>
                </a:cubicBezTo>
                <a:lnTo>
                  <a:pt x="1977149" y="1844485"/>
                </a:lnTo>
                <a:lnTo>
                  <a:pt x="1977149" y="12700"/>
                </a:lnTo>
                <a:cubicBezTo>
                  <a:pt x="1977149" y="5686"/>
                  <a:pt x="1982826" y="0"/>
                  <a:pt x="1989849" y="0"/>
                </a:cubicBezTo>
                <a:cubicBezTo>
                  <a:pt x="1996859" y="0"/>
                  <a:pt x="2002549" y="5686"/>
                  <a:pt x="2002549" y="12700"/>
                </a:cubicBezTo>
                <a:lnTo>
                  <a:pt x="2002549" y="1844904"/>
                </a:lnTo>
                <a:lnTo>
                  <a:pt x="2320722" y="40506"/>
                </a:lnTo>
                <a:cubicBezTo>
                  <a:pt x="2321941" y="33599"/>
                  <a:pt x="2328532" y="28987"/>
                  <a:pt x="2335428" y="30205"/>
                </a:cubicBezTo>
                <a:cubicBezTo>
                  <a:pt x="2342337" y="31423"/>
                  <a:pt x="2346947" y="38010"/>
                  <a:pt x="2345741" y="44917"/>
                </a:cubicBezTo>
                <a:lnTo>
                  <a:pt x="2027631" y="1848891"/>
                </a:lnTo>
                <a:lnTo>
                  <a:pt x="2654135" y="127572"/>
                </a:lnTo>
                <a:cubicBezTo>
                  <a:pt x="2656535" y="120981"/>
                  <a:pt x="2663825" y="117582"/>
                  <a:pt x="2670416" y="119981"/>
                </a:cubicBezTo>
                <a:cubicBezTo>
                  <a:pt x="2677008" y="122380"/>
                  <a:pt x="2680411" y="129668"/>
                  <a:pt x="2678011" y="136260"/>
                </a:cubicBezTo>
                <a:lnTo>
                  <a:pt x="2051329" y="1858061"/>
                </a:lnTo>
                <a:lnTo>
                  <a:pt x="2967495" y="271266"/>
                </a:lnTo>
                <a:cubicBezTo>
                  <a:pt x="2971000" y="265191"/>
                  <a:pt x="2978760" y="263110"/>
                  <a:pt x="2984843" y="266617"/>
                </a:cubicBezTo>
                <a:cubicBezTo>
                  <a:pt x="2990914" y="270124"/>
                  <a:pt x="2992996" y="277891"/>
                  <a:pt x="2989491" y="283966"/>
                </a:cubicBezTo>
                <a:lnTo>
                  <a:pt x="2073554" y="1870354"/>
                </a:lnTo>
                <a:lnTo>
                  <a:pt x="3251022" y="467126"/>
                </a:lnTo>
                <a:cubicBezTo>
                  <a:pt x="3255531" y="461754"/>
                  <a:pt x="3263532" y="461053"/>
                  <a:pt x="3268904" y="465562"/>
                </a:cubicBezTo>
                <a:cubicBezTo>
                  <a:pt x="3274276" y="470070"/>
                  <a:pt x="3274987" y="478080"/>
                  <a:pt x="3270479" y="483453"/>
                </a:cubicBezTo>
                <a:lnTo>
                  <a:pt x="2092896" y="1886814"/>
                </a:lnTo>
                <a:lnTo>
                  <a:pt x="3496297" y="709209"/>
                </a:lnTo>
                <a:cubicBezTo>
                  <a:pt x="3501682" y="704700"/>
                  <a:pt x="3509683" y="705401"/>
                  <a:pt x="3514192" y="710775"/>
                </a:cubicBezTo>
                <a:cubicBezTo>
                  <a:pt x="3518700" y="716148"/>
                  <a:pt x="3518002" y="724158"/>
                  <a:pt x="3512630" y="728666"/>
                </a:cubicBezTo>
                <a:lnTo>
                  <a:pt x="2109089" y="1906384"/>
                </a:lnTo>
                <a:lnTo>
                  <a:pt x="3695789" y="990277"/>
                </a:lnTo>
                <a:cubicBezTo>
                  <a:pt x="3701860" y="986771"/>
                  <a:pt x="3709632" y="988851"/>
                  <a:pt x="3713137" y="994926"/>
                </a:cubicBezTo>
                <a:cubicBezTo>
                  <a:pt x="3716642" y="1001000"/>
                  <a:pt x="3714560" y="1008767"/>
                  <a:pt x="3708489" y="1012275"/>
                </a:cubicBezTo>
                <a:lnTo>
                  <a:pt x="2122119" y="1928190"/>
                </a:lnTo>
                <a:lnTo>
                  <a:pt x="3843439" y="1301687"/>
                </a:lnTo>
                <a:cubicBezTo>
                  <a:pt x="3850030" y="1299286"/>
                  <a:pt x="3857320" y="1302690"/>
                  <a:pt x="3859721" y="1309268"/>
                </a:cubicBezTo>
                <a:cubicBezTo>
                  <a:pt x="3862121" y="1315860"/>
                  <a:pt x="3858717" y="1323150"/>
                  <a:pt x="3852126" y="1325550"/>
                </a:cubicBezTo>
                <a:lnTo>
                  <a:pt x="2130450" y="1952193"/>
                </a:lnTo>
                <a:lnTo>
                  <a:pt x="3934777" y="1634033"/>
                </a:lnTo>
                <a:cubicBezTo>
                  <a:pt x="3941686" y="1632814"/>
                  <a:pt x="3948278" y="1637424"/>
                  <a:pt x="3949497" y="1644333"/>
                </a:cubicBezTo>
                <a:cubicBezTo>
                  <a:pt x="3950703" y="1651241"/>
                  <a:pt x="3946093" y="1657820"/>
                  <a:pt x="3939184" y="1659039"/>
                </a:cubicBezTo>
                <a:lnTo>
                  <a:pt x="2135213" y="1977149"/>
                </a:lnTo>
                <a:lnTo>
                  <a:pt x="3967061" y="1977149"/>
                </a:lnTo>
                <a:cubicBezTo>
                  <a:pt x="3974071" y="1977149"/>
                  <a:pt x="3979761" y="1982826"/>
                  <a:pt x="3979761" y="1989849"/>
                </a:cubicBezTo>
                <a:cubicBezTo>
                  <a:pt x="3979761" y="1996859"/>
                  <a:pt x="3974071" y="2002549"/>
                  <a:pt x="3967061" y="2002549"/>
                </a:cubicBezTo>
                <a:lnTo>
                  <a:pt x="2134794" y="2002549"/>
                </a:lnTo>
                <a:lnTo>
                  <a:pt x="3454197" y="2235200"/>
                </a:lnTo>
                <a:lnTo>
                  <a:pt x="3307931" y="2235200"/>
                </a:lnTo>
                <a:lnTo>
                  <a:pt x="2130768" y="2027631"/>
                </a:lnTo>
                <a:lnTo>
                  <a:pt x="2701074" y="2235200"/>
                </a:lnTo>
                <a:lnTo>
                  <a:pt x="2626805" y="2235200"/>
                </a:lnTo>
                <a:lnTo>
                  <a:pt x="2121827" y="2051406"/>
                </a:lnTo>
                <a:lnTo>
                  <a:pt x="2440165" y="2235200"/>
                </a:lnTo>
                <a:lnTo>
                  <a:pt x="2389365" y="2235200"/>
                </a:lnTo>
                <a:lnTo>
                  <a:pt x="2109407" y="2073567"/>
                </a:lnTo>
                <a:lnTo>
                  <a:pt x="2302040" y="2235200"/>
                </a:lnTo>
                <a:lnTo>
                  <a:pt x="2262530" y="2235200"/>
                </a:lnTo>
                <a:lnTo>
                  <a:pt x="2092693" y="2092693"/>
                </a:lnTo>
                <a:lnTo>
                  <a:pt x="2212277" y="2235200"/>
                </a:lnTo>
                <a:lnTo>
                  <a:pt x="2179117" y="2235200"/>
                </a:lnTo>
                <a:lnTo>
                  <a:pt x="2073567" y="2109407"/>
                </a:lnTo>
                <a:lnTo>
                  <a:pt x="2146186" y="2235200"/>
                </a:lnTo>
                <a:lnTo>
                  <a:pt x="2116861" y="2235200"/>
                </a:lnTo>
                <a:lnTo>
                  <a:pt x="2051380" y="2121789"/>
                </a:lnTo>
                <a:lnTo>
                  <a:pt x="2092655" y="2235200"/>
                </a:lnTo>
                <a:lnTo>
                  <a:pt x="2065630" y="2235200"/>
                </a:lnTo>
                <a:lnTo>
                  <a:pt x="2027631" y="2130819"/>
                </a:lnTo>
                <a:lnTo>
                  <a:pt x="2046046" y="2235200"/>
                </a:lnTo>
                <a:lnTo>
                  <a:pt x="2020252" y="2235200"/>
                </a:lnTo>
                <a:lnTo>
                  <a:pt x="2002549" y="2134794"/>
                </a:lnTo>
                <a:lnTo>
                  <a:pt x="2002549" y="2235200"/>
                </a:lnTo>
                <a:lnTo>
                  <a:pt x="1977149" y="2235200"/>
                </a:lnTo>
                <a:lnTo>
                  <a:pt x="1977149" y="2135213"/>
                </a:lnTo>
                <a:lnTo>
                  <a:pt x="1959508" y="2235200"/>
                </a:lnTo>
                <a:lnTo>
                  <a:pt x="1933727" y="2235200"/>
                </a:lnTo>
                <a:lnTo>
                  <a:pt x="1952206" y="2130400"/>
                </a:lnTo>
                <a:lnTo>
                  <a:pt x="1914055" y="2235200"/>
                </a:lnTo>
                <a:lnTo>
                  <a:pt x="1887030" y="2235200"/>
                </a:lnTo>
                <a:lnTo>
                  <a:pt x="1928165" y="2122170"/>
                </a:lnTo>
                <a:lnTo>
                  <a:pt x="1862912" y="2235200"/>
                </a:lnTo>
                <a:lnTo>
                  <a:pt x="1833575" y="2235200"/>
                </a:lnTo>
                <a:lnTo>
                  <a:pt x="1906384" y="2109089"/>
                </a:lnTo>
                <a:lnTo>
                  <a:pt x="1800568" y="2235200"/>
                </a:lnTo>
                <a:lnTo>
                  <a:pt x="1767408" y="2235200"/>
                </a:lnTo>
                <a:lnTo>
                  <a:pt x="1886814" y="2092896"/>
                </a:lnTo>
                <a:lnTo>
                  <a:pt x="1717231" y="2235200"/>
                </a:lnTo>
                <a:lnTo>
                  <a:pt x="1677721" y="2235200"/>
                </a:lnTo>
                <a:lnTo>
                  <a:pt x="1870354" y="2073554"/>
                </a:lnTo>
                <a:lnTo>
                  <a:pt x="1590383" y="2235200"/>
                </a:lnTo>
                <a:lnTo>
                  <a:pt x="1539596" y="2235200"/>
                </a:lnTo>
                <a:lnTo>
                  <a:pt x="1858023" y="2051342"/>
                </a:lnTo>
                <a:lnTo>
                  <a:pt x="1352893" y="2235200"/>
                </a:lnTo>
                <a:lnTo>
                  <a:pt x="1278623" y="2235200"/>
                </a:lnTo>
                <a:lnTo>
                  <a:pt x="1848930" y="2027631"/>
                </a:lnTo>
                <a:lnTo>
                  <a:pt x="671770" y="2235200"/>
                </a:lnTo>
              </a:path>
            </a:pathLst>
          </a:custGeom>
          <a:gradFill>
            <a:gsLst>
              <a:gs pos="0">
                <a:schemeClr val="accent3">
                  <a:alpha val="30000"/>
                </a:schemeClr>
              </a:gs>
              <a:gs pos="100000">
                <a:schemeClr val="accent3">
                  <a:alpha val="3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30" name="图片 29" descr="C:/Users/ADMIN/AppData/Local/Temp/fig2wpp/@png2x_06-2727&amp;7448.png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r:link="rId9"/>
          <a:stretch>
            <a:fillRect/>
          </a:stretch>
        </p:blipFill>
        <p:spPr>
          <a:xfrm>
            <a:off x="9093200" y="0"/>
            <a:ext cx="3098800" cy="6858000"/>
          </a:xfrm>
          <a:prstGeom prst="rect">
            <a:avLst/>
          </a:prstGeom>
        </p:spPr>
      </p:pic>
      <p:pic>
        <p:nvPicPr>
          <p:cNvPr id="31" name="图片 30" descr="C:/Users/ADMIN/AppData/Local/Temp/fig2wpp/@png2x_01-2727&amp;7443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 r:link="rId9"/>
          <a:stretch>
            <a:fillRect/>
          </a:stretch>
        </p:blipFill>
        <p:spPr>
          <a:xfrm>
            <a:off x="0" y="0"/>
            <a:ext cx="6464300" cy="4724400"/>
          </a:xfrm>
          <a:prstGeom prst="rect">
            <a:avLst/>
          </a:prstGeom>
        </p:spPr>
      </p:pic>
      <p:pic>
        <p:nvPicPr>
          <p:cNvPr id="32" name="图片 31" descr="C:/Users/ADMIN/AppData/Local/Temp/fig2wpp/@png2x_02-2727&amp;7444.png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9"/>
          <a:stretch>
            <a:fillRect/>
          </a:stretch>
        </p:blipFill>
        <p:spPr>
          <a:xfrm>
            <a:off x="0" y="0"/>
            <a:ext cx="3263900" cy="2629535"/>
          </a:xfrm>
          <a:prstGeom prst="rect">
            <a:avLst/>
          </a:prstGeom>
        </p:spPr>
      </p:pic>
      <p:pic>
        <p:nvPicPr>
          <p:cNvPr id="33" name="图片 32" descr="C:/Users/ADMIN/AppData/Local/Temp/fig2wpp/@png2x_03-2727&amp;7445.png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r:link="rId9"/>
          <a:stretch>
            <a:fillRect/>
          </a:stretch>
        </p:blipFill>
        <p:spPr>
          <a:xfrm>
            <a:off x="10591800" y="1892300"/>
            <a:ext cx="647700" cy="803275"/>
          </a:xfrm>
          <a:prstGeom prst="rect">
            <a:avLst/>
          </a:prstGeom>
        </p:spPr>
      </p:pic>
      <p:pic>
        <p:nvPicPr>
          <p:cNvPr id="34" name="图片 33" descr="C:/Users/ADMIN/AppData/Local/Temp/fig2wpp/@png2x_04-2727&amp;7446.png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 r:link="rId9"/>
          <a:stretch>
            <a:fillRect/>
          </a:stretch>
        </p:blipFill>
        <p:spPr>
          <a:xfrm>
            <a:off x="3149600" y="5867400"/>
            <a:ext cx="977900" cy="685165"/>
          </a:xfrm>
          <a:prstGeom prst="rect">
            <a:avLst/>
          </a:prstGeom>
        </p:spPr>
      </p:pic>
      <p:pic>
        <p:nvPicPr>
          <p:cNvPr id="35" name="图片 34" descr="C:/Users/ADMIN/AppData/Local/Temp/fig2wpp/@png2x_05-2727&amp;7447.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r:link="rId9"/>
          <a:stretch>
            <a:fillRect/>
          </a:stretch>
        </p:blipFill>
        <p:spPr>
          <a:xfrm>
            <a:off x="9522460" y="4256405"/>
            <a:ext cx="1579245" cy="1754505"/>
          </a:xfrm>
          <a:prstGeom prst="rect">
            <a:avLst/>
          </a:prstGeom>
        </p:spPr>
      </p:pic>
      <p:sp>
        <p:nvSpPr>
          <p:cNvPr id="36" name="Ellipse 616_#color_$accent1_$accent1-2692&amp;3670"/>
          <p:cNvSpPr/>
          <p:nvPr userDrawn="1">
            <p:custDataLst>
              <p:tags r:id="rId20"/>
            </p:custDataLst>
          </p:nvPr>
        </p:nvSpPr>
        <p:spPr>
          <a:xfrm>
            <a:off x="5344796" y="1732915"/>
            <a:ext cx="1502410" cy="1502410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1">
                  <a:alpha val="0"/>
                </a:schemeClr>
              </a:gs>
            </a:gsLst>
            <a:lin ang="3271201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37" name="图片 36" descr="C:/Users/ADMIN/AppData/Local/Temp/fig2wpp/@png2x_bg02-2727&amp;7438.png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图片 37" descr="C:/Users/ADMIN/AppData/Local/Temp/fig2wpp/@png2x_bg-2727&amp;7440.png"/>
          <p:cNvPicPr>
            <a:picLocks noChangeAspect="1"/>
          </p:cNvPicPr>
          <p:nvPr userDrawn="1">
            <p:custDataLst>
              <p:tags r:id="rId23"/>
            </p:custDataLst>
          </p:nvPr>
        </p:nvPicPr>
        <p:blipFill>
          <a:blip r:embed="rId24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日期占位符 4"/>
          <p:cNvSpPr>
            <a:spLocks noGrp="1"/>
          </p:cNvSpPr>
          <p:nvPr>
            <p:ph type="dt" sz="half" idx="16385"/>
            <p:custDataLst>
              <p:tags r:id="rId2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>
            <p:ph type="ftr" sz="quarter" idx="16386"/>
            <p:custDataLst>
              <p:tags r:id="rId2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>
            <p:ph type="sldNum" sz="quarter" idx="16387"/>
            <p:custDataLst>
              <p:tags r:id="rId2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28"/>
            </p:custDataLst>
          </p:nvPr>
        </p:nvSpPr>
        <p:spPr>
          <a:xfrm>
            <a:off x="1903942" y="343344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/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29"/>
            </p:custDataLst>
          </p:nvPr>
        </p:nvSpPr>
        <p:spPr>
          <a:xfrm>
            <a:off x="5332413" y="1722120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6000" b="1" spc="0"/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_#color_$accent1_$accent1-2764&amp;130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gradFill>
            <a:gsLst>
              <a:gs pos="55000">
                <a:schemeClr val="accent1">
                  <a:alpha val="0"/>
                </a:schemeClr>
              </a:gs>
              <a:gs pos="100000">
                <a:schemeClr val="accent1">
                  <a:alpha val="41000"/>
                </a:schemeClr>
              </a:gs>
            </a:gsLst>
            <a:lin ang="83173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3" name="图片 12" descr="C:/Users/ADMIN/AppData/Local/Temp/fig2wpp/@png2x_bg-2727&amp;8319.pn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 r:link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C:/Users/ADMIN/AppData/Local/Temp/fig2wpp/rain 1-2727&amp;8321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r:link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Ellipse 2_#color_$accent1_$accent1_1-2764&amp;1333"/>
          <p:cNvSpPr/>
          <p:nvPr userDrawn="1">
            <p:custDataLst>
              <p:tags r:id="rId8"/>
            </p:custDataLst>
          </p:nvPr>
        </p:nvSpPr>
        <p:spPr>
          <a:xfrm>
            <a:off x="5110480" y="4723765"/>
            <a:ext cx="3683635" cy="2134235"/>
          </a:xfrm>
          <a:custGeom>
            <a:avLst/>
            <a:gdLst/>
            <a:ahLst/>
            <a:cxnLst/>
            <a:rect l="l" t="t" r="r" b="b"/>
            <a:pathLst>
              <a:path w="3683370" h="1933144">
                <a:moveTo>
                  <a:pt x="3681133" y="1933143"/>
                </a:moveTo>
                <a:lnTo>
                  <a:pt x="2231" y="1933143"/>
                </a:lnTo>
                <a:cubicBezTo>
                  <a:pt x="750" y="1902841"/>
                  <a:pt x="0" y="1872348"/>
                  <a:pt x="0" y="1841690"/>
                </a:cubicBezTo>
                <a:cubicBezTo>
                  <a:pt x="0" y="824550"/>
                  <a:pt x="824550" y="0"/>
                  <a:pt x="1841690" y="0"/>
                </a:cubicBezTo>
                <a:cubicBezTo>
                  <a:pt x="2858821" y="0"/>
                  <a:pt x="3683368" y="824550"/>
                  <a:pt x="3683368" y="1841690"/>
                </a:cubicBezTo>
                <a:cubicBezTo>
                  <a:pt x="3683368" y="1872348"/>
                  <a:pt x="3682619" y="1902841"/>
                  <a:pt x="3681133" y="1933143"/>
                </a:cubicBezTo>
              </a:path>
            </a:pathLst>
          </a:custGeom>
          <a:gradFill>
            <a:gsLst>
              <a:gs pos="16620">
                <a:schemeClr val="accent1">
                  <a:alpha val="28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5400000" scaled="0"/>
          </a:gradFill>
          <a:ln w="25400">
            <a:noFill/>
          </a:ln>
          <a:effectLst>
            <a:softEdge rad="6350"/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Union_#color_$accent1_$accent1-2764&amp;1354"/>
          <p:cNvSpPr/>
          <p:nvPr userDrawn="1">
            <p:custDataLst>
              <p:tags r:id="rId9"/>
            </p:custDataLst>
          </p:nvPr>
        </p:nvSpPr>
        <p:spPr>
          <a:xfrm>
            <a:off x="5041900" y="4851400"/>
            <a:ext cx="3827731" cy="2006600"/>
          </a:xfrm>
          <a:custGeom>
            <a:avLst/>
            <a:gdLst/>
            <a:ahLst/>
            <a:cxnLst/>
            <a:rect l="l" t="t" r="r" b="b"/>
            <a:pathLst>
              <a:path w="3827731" h="2006600">
                <a:moveTo>
                  <a:pt x="1461072" y="2006600"/>
                </a:moveTo>
                <a:lnTo>
                  <a:pt x="1314793" y="2006600"/>
                </a:lnTo>
                <a:lnTo>
                  <a:pt x="1768881" y="1926527"/>
                </a:lnTo>
                <a:lnTo>
                  <a:pt x="12700" y="1926527"/>
                </a:lnTo>
                <a:cubicBezTo>
                  <a:pt x="5686" y="1926527"/>
                  <a:pt x="0" y="1920837"/>
                  <a:pt x="0" y="1913827"/>
                </a:cubicBezTo>
                <a:cubicBezTo>
                  <a:pt x="0" y="1906816"/>
                  <a:pt x="5686" y="1901126"/>
                  <a:pt x="12700" y="1901126"/>
                </a:cubicBezTo>
                <a:lnTo>
                  <a:pt x="1768462" y="1901126"/>
                </a:lnTo>
                <a:lnTo>
                  <a:pt x="39350" y="1596225"/>
                </a:lnTo>
                <a:cubicBezTo>
                  <a:pt x="32442" y="1595006"/>
                  <a:pt x="27830" y="1588427"/>
                  <a:pt x="29048" y="1581518"/>
                </a:cubicBezTo>
                <a:cubicBezTo>
                  <a:pt x="30266" y="1574610"/>
                  <a:pt x="36853" y="1569999"/>
                  <a:pt x="43761" y="1571206"/>
                </a:cubicBezTo>
                <a:lnTo>
                  <a:pt x="1773238" y="1876184"/>
                </a:lnTo>
                <a:lnTo>
                  <a:pt x="122986" y="1275537"/>
                </a:lnTo>
                <a:cubicBezTo>
                  <a:pt x="116394" y="1273137"/>
                  <a:pt x="112996" y="1265850"/>
                  <a:pt x="115395" y="1259258"/>
                </a:cubicBezTo>
                <a:cubicBezTo>
                  <a:pt x="117794" y="1252668"/>
                  <a:pt x="125082" y="1249269"/>
                  <a:pt x="131672" y="1251668"/>
                </a:cubicBezTo>
                <a:lnTo>
                  <a:pt x="1781721" y="1852231"/>
                </a:lnTo>
                <a:lnTo>
                  <a:pt x="261082" y="974265"/>
                </a:lnTo>
                <a:cubicBezTo>
                  <a:pt x="255007" y="970758"/>
                  <a:pt x="252926" y="962990"/>
                  <a:pt x="256433" y="956916"/>
                </a:cubicBezTo>
                <a:cubicBezTo>
                  <a:pt x="259940" y="950841"/>
                  <a:pt x="267707" y="948761"/>
                  <a:pt x="273782" y="952268"/>
                </a:cubicBezTo>
                <a:lnTo>
                  <a:pt x="1794650" y="1830362"/>
                </a:lnTo>
                <a:lnTo>
                  <a:pt x="449349" y="701518"/>
                </a:lnTo>
                <a:cubicBezTo>
                  <a:pt x="443975" y="697009"/>
                  <a:pt x="443274" y="688999"/>
                  <a:pt x="447783" y="683626"/>
                </a:cubicBezTo>
                <a:cubicBezTo>
                  <a:pt x="452291" y="678252"/>
                  <a:pt x="460303" y="677551"/>
                  <a:pt x="465676" y="682060"/>
                </a:cubicBezTo>
                <a:lnTo>
                  <a:pt x="1810601" y="1810588"/>
                </a:lnTo>
                <a:lnTo>
                  <a:pt x="682060" y="465672"/>
                </a:lnTo>
                <a:cubicBezTo>
                  <a:pt x="677551" y="460299"/>
                  <a:pt x="678252" y="452289"/>
                  <a:pt x="683626" y="447779"/>
                </a:cubicBezTo>
                <a:cubicBezTo>
                  <a:pt x="688999" y="443272"/>
                  <a:pt x="697009" y="443972"/>
                  <a:pt x="701518" y="449345"/>
                </a:cubicBezTo>
                <a:lnTo>
                  <a:pt x="1830362" y="1794637"/>
                </a:lnTo>
                <a:lnTo>
                  <a:pt x="952268" y="273782"/>
                </a:lnTo>
                <a:cubicBezTo>
                  <a:pt x="948761" y="267707"/>
                  <a:pt x="950841" y="259940"/>
                  <a:pt x="956916" y="256433"/>
                </a:cubicBezTo>
                <a:cubicBezTo>
                  <a:pt x="962990" y="252926"/>
                  <a:pt x="970758" y="255007"/>
                  <a:pt x="974265" y="261082"/>
                </a:cubicBezTo>
                <a:lnTo>
                  <a:pt x="1852231" y="1781708"/>
                </a:lnTo>
                <a:lnTo>
                  <a:pt x="1251665" y="131672"/>
                </a:lnTo>
                <a:cubicBezTo>
                  <a:pt x="1249266" y="125082"/>
                  <a:pt x="1252665" y="117794"/>
                  <a:pt x="1259256" y="115395"/>
                </a:cubicBezTo>
                <a:cubicBezTo>
                  <a:pt x="1265846" y="112996"/>
                  <a:pt x="1273137" y="116394"/>
                  <a:pt x="1275537" y="122986"/>
                </a:cubicBezTo>
                <a:lnTo>
                  <a:pt x="1876184" y="1773263"/>
                </a:lnTo>
                <a:lnTo>
                  <a:pt x="1571219" y="43761"/>
                </a:lnTo>
                <a:cubicBezTo>
                  <a:pt x="1569999" y="36853"/>
                  <a:pt x="1574610" y="30266"/>
                  <a:pt x="1581518" y="29048"/>
                </a:cubicBezTo>
                <a:cubicBezTo>
                  <a:pt x="1588427" y="27830"/>
                  <a:pt x="1595006" y="32442"/>
                  <a:pt x="1596225" y="39350"/>
                </a:cubicBezTo>
                <a:lnTo>
                  <a:pt x="1901126" y="1768462"/>
                </a:lnTo>
                <a:lnTo>
                  <a:pt x="1901126" y="12700"/>
                </a:lnTo>
                <a:cubicBezTo>
                  <a:pt x="1901126" y="5686"/>
                  <a:pt x="1906816" y="0"/>
                  <a:pt x="1913827" y="0"/>
                </a:cubicBezTo>
                <a:cubicBezTo>
                  <a:pt x="1920837" y="0"/>
                  <a:pt x="1926527" y="5686"/>
                  <a:pt x="1926527" y="12700"/>
                </a:cubicBezTo>
                <a:lnTo>
                  <a:pt x="1926527" y="1768881"/>
                </a:lnTo>
                <a:lnTo>
                  <a:pt x="2231504" y="39350"/>
                </a:lnTo>
                <a:cubicBezTo>
                  <a:pt x="2232724" y="32442"/>
                  <a:pt x="2239315" y="27830"/>
                  <a:pt x="2246224" y="29048"/>
                </a:cubicBezTo>
                <a:cubicBezTo>
                  <a:pt x="2253120" y="30266"/>
                  <a:pt x="2257743" y="36853"/>
                  <a:pt x="2256523" y="43761"/>
                </a:cubicBezTo>
                <a:lnTo>
                  <a:pt x="1951609" y="1772907"/>
                </a:lnTo>
                <a:lnTo>
                  <a:pt x="2552129" y="122986"/>
                </a:lnTo>
                <a:cubicBezTo>
                  <a:pt x="2554529" y="116394"/>
                  <a:pt x="2561819" y="112996"/>
                  <a:pt x="2568410" y="115395"/>
                </a:cubicBezTo>
                <a:cubicBezTo>
                  <a:pt x="2575001" y="117794"/>
                  <a:pt x="2578405" y="125082"/>
                  <a:pt x="2576005" y="131672"/>
                </a:cubicBezTo>
                <a:lnTo>
                  <a:pt x="1975333" y="1782013"/>
                </a:lnTo>
                <a:lnTo>
                  <a:pt x="2853461" y="261082"/>
                </a:lnTo>
                <a:cubicBezTo>
                  <a:pt x="2856967" y="255007"/>
                  <a:pt x="2864739" y="252926"/>
                  <a:pt x="2870810" y="256433"/>
                </a:cubicBezTo>
                <a:cubicBezTo>
                  <a:pt x="2876893" y="259940"/>
                  <a:pt x="2878976" y="267707"/>
                  <a:pt x="2875458" y="273782"/>
                </a:cubicBezTo>
                <a:lnTo>
                  <a:pt x="1997519" y="1794383"/>
                </a:lnTo>
                <a:lnTo>
                  <a:pt x="3126143" y="449345"/>
                </a:lnTo>
                <a:cubicBezTo>
                  <a:pt x="3130652" y="443972"/>
                  <a:pt x="3138665" y="443272"/>
                  <a:pt x="3144037" y="447779"/>
                </a:cubicBezTo>
                <a:cubicBezTo>
                  <a:pt x="3149410" y="452289"/>
                  <a:pt x="3150108" y="460299"/>
                  <a:pt x="3145600" y="465672"/>
                </a:cubicBezTo>
                <a:lnTo>
                  <a:pt x="2016887" y="1810817"/>
                </a:lnTo>
                <a:lnTo>
                  <a:pt x="3362071" y="682060"/>
                </a:lnTo>
                <a:cubicBezTo>
                  <a:pt x="3367443" y="677551"/>
                  <a:pt x="3375444" y="678252"/>
                  <a:pt x="3379953" y="683626"/>
                </a:cubicBezTo>
                <a:cubicBezTo>
                  <a:pt x="3384474" y="688999"/>
                  <a:pt x="3383763" y="697009"/>
                  <a:pt x="3378391" y="701518"/>
                </a:cubicBezTo>
                <a:lnTo>
                  <a:pt x="2033130" y="1830337"/>
                </a:lnTo>
                <a:lnTo>
                  <a:pt x="3553943" y="952268"/>
                </a:lnTo>
                <a:cubicBezTo>
                  <a:pt x="3560026" y="948761"/>
                  <a:pt x="3567786" y="950841"/>
                  <a:pt x="3571291" y="956916"/>
                </a:cubicBezTo>
                <a:cubicBezTo>
                  <a:pt x="3574796" y="962990"/>
                  <a:pt x="3572726" y="970758"/>
                  <a:pt x="3566643" y="974265"/>
                </a:cubicBezTo>
                <a:lnTo>
                  <a:pt x="2046097" y="1852181"/>
                </a:lnTo>
                <a:lnTo>
                  <a:pt x="3695992" y="1251668"/>
                </a:lnTo>
                <a:cubicBezTo>
                  <a:pt x="3702583" y="1249269"/>
                  <a:pt x="3709873" y="1252668"/>
                  <a:pt x="3712274" y="1259258"/>
                </a:cubicBezTo>
                <a:cubicBezTo>
                  <a:pt x="3714674" y="1265850"/>
                  <a:pt x="3711270" y="1273137"/>
                  <a:pt x="3704679" y="1275537"/>
                </a:cubicBezTo>
                <a:lnTo>
                  <a:pt x="2054441" y="1876171"/>
                </a:lnTo>
                <a:lnTo>
                  <a:pt x="3783901" y="1571206"/>
                </a:lnTo>
                <a:cubicBezTo>
                  <a:pt x="3790810" y="1569999"/>
                  <a:pt x="3797402" y="1574610"/>
                  <a:pt x="3798621" y="1581518"/>
                </a:cubicBezTo>
                <a:cubicBezTo>
                  <a:pt x="3799827" y="1588427"/>
                  <a:pt x="3795217" y="1595006"/>
                  <a:pt x="3788308" y="1596225"/>
                </a:cubicBezTo>
                <a:lnTo>
                  <a:pt x="2059191" y="1901126"/>
                </a:lnTo>
                <a:lnTo>
                  <a:pt x="3815029" y="1901126"/>
                </a:lnTo>
                <a:cubicBezTo>
                  <a:pt x="3822040" y="1901126"/>
                  <a:pt x="3827729" y="1906816"/>
                  <a:pt x="3827729" y="1913827"/>
                </a:cubicBezTo>
                <a:cubicBezTo>
                  <a:pt x="3827729" y="1920837"/>
                  <a:pt x="3822040" y="1926527"/>
                  <a:pt x="3815029" y="1926527"/>
                </a:cubicBezTo>
                <a:lnTo>
                  <a:pt x="2058784" y="1926527"/>
                </a:lnTo>
                <a:lnTo>
                  <a:pt x="2512860" y="2006600"/>
                </a:lnTo>
                <a:lnTo>
                  <a:pt x="2366594" y="2006600"/>
                </a:lnTo>
                <a:lnTo>
                  <a:pt x="2054758" y="1951609"/>
                </a:lnTo>
                <a:lnTo>
                  <a:pt x="2205838" y="2006600"/>
                </a:lnTo>
                <a:lnTo>
                  <a:pt x="2131568" y="2006600"/>
                </a:lnTo>
                <a:lnTo>
                  <a:pt x="2045830" y="1975396"/>
                </a:lnTo>
                <a:lnTo>
                  <a:pt x="2099882" y="2006600"/>
                </a:lnTo>
                <a:lnTo>
                  <a:pt x="2049082" y="2006600"/>
                </a:lnTo>
                <a:lnTo>
                  <a:pt x="2033384" y="1997532"/>
                </a:lnTo>
                <a:lnTo>
                  <a:pt x="2044179" y="2006600"/>
                </a:lnTo>
                <a:lnTo>
                  <a:pt x="1783563" y="2006600"/>
                </a:lnTo>
                <a:lnTo>
                  <a:pt x="1794396" y="1997507"/>
                </a:lnTo>
                <a:lnTo>
                  <a:pt x="1778648" y="2006600"/>
                </a:lnTo>
                <a:lnTo>
                  <a:pt x="1727848" y="2006600"/>
                </a:lnTo>
                <a:lnTo>
                  <a:pt x="1782001" y="1975333"/>
                </a:lnTo>
                <a:lnTo>
                  <a:pt x="1696098" y="2006600"/>
                </a:lnTo>
                <a:lnTo>
                  <a:pt x="1621841" y="2006600"/>
                </a:lnTo>
                <a:lnTo>
                  <a:pt x="1772920" y="1951609"/>
                </a:lnTo>
                <a:lnTo>
                  <a:pt x="1461072" y="2006600"/>
                </a:lnTo>
              </a:path>
            </a:pathLst>
          </a:custGeom>
          <a:gradFill>
            <a:gsLst>
              <a:gs pos="0">
                <a:schemeClr val="accent1">
                  <a:alpha val="25000"/>
                </a:schemeClr>
              </a:gs>
              <a:gs pos="100000">
                <a:schemeClr val="accent1">
                  <a:alpha val="8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9" name="图片 18" descr="C:/Users/ADMIN/AppData/Local/Temp/fig2wpp/@png2x_05-2727&amp;8464.png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 r:link="rId5"/>
          <a:stretch>
            <a:fillRect/>
          </a:stretch>
        </p:blipFill>
        <p:spPr>
          <a:xfrm>
            <a:off x="9753600" y="0"/>
            <a:ext cx="2438400" cy="6858000"/>
          </a:xfrm>
          <a:prstGeom prst="rect">
            <a:avLst/>
          </a:prstGeom>
        </p:spPr>
      </p:pic>
      <p:pic>
        <p:nvPicPr>
          <p:cNvPr id="21" name="图片 20" descr="C:/Users/ADMIN/AppData/Local/Temp/fig2wpp/@png2x_04-2727&amp;8466.png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r:link="rId5"/>
          <a:stretch>
            <a:fillRect/>
          </a:stretch>
        </p:blipFill>
        <p:spPr>
          <a:xfrm>
            <a:off x="0" y="0"/>
            <a:ext cx="6464300" cy="4724400"/>
          </a:xfrm>
          <a:prstGeom prst="rect">
            <a:avLst/>
          </a:prstGeom>
        </p:spPr>
      </p:pic>
      <p:sp>
        <p:nvSpPr>
          <p:cNvPr id="22" name="Ellipse 2_#color_$accent3_$accent3-2764&amp;1597"/>
          <p:cNvSpPr/>
          <p:nvPr userDrawn="1">
            <p:custDataLst>
              <p:tags r:id="rId14"/>
            </p:custDataLst>
          </p:nvPr>
        </p:nvSpPr>
        <p:spPr>
          <a:xfrm>
            <a:off x="8569015" y="5886729"/>
            <a:ext cx="2676756" cy="971271"/>
          </a:xfrm>
          <a:custGeom>
            <a:avLst/>
            <a:gdLst/>
            <a:ahLst/>
            <a:cxnLst/>
            <a:rect l="l" t="t" r="r" b="b"/>
            <a:pathLst>
              <a:path w="2676756" h="971271">
                <a:moveTo>
                  <a:pt x="2676754" y="971271"/>
                </a:moveTo>
                <a:lnTo>
                  <a:pt x="0" y="971271"/>
                </a:lnTo>
                <a:cubicBezTo>
                  <a:pt x="183514" y="407477"/>
                  <a:pt x="713360" y="0"/>
                  <a:pt x="1338377" y="0"/>
                </a:cubicBezTo>
                <a:cubicBezTo>
                  <a:pt x="1963395" y="0"/>
                  <a:pt x="2493239" y="407477"/>
                  <a:pt x="2676754" y="971271"/>
                </a:cubicBezTo>
              </a:path>
            </a:pathLst>
          </a:custGeom>
          <a:gradFill>
            <a:gsLst>
              <a:gs pos="0">
                <a:schemeClr val="accent3">
                  <a:alpha val="56000"/>
                </a:schemeClr>
              </a:gs>
              <a:gs pos="100000">
                <a:schemeClr val="accent3">
                  <a:alpha val="16800"/>
                </a:schemeClr>
              </a:gs>
            </a:gsLst>
            <a:lin ang="539620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3" name="Ellipse 2_#color_$accent3_$accent3-2764&amp;1381"/>
          <p:cNvSpPr/>
          <p:nvPr userDrawn="1">
            <p:custDataLst>
              <p:tags r:id="rId15"/>
            </p:custDataLst>
          </p:nvPr>
        </p:nvSpPr>
        <p:spPr>
          <a:xfrm>
            <a:off x="0" y="5200929"/>
            <a:ext cx="1852163" cy="1657071"/>
          </a:xfrm>
          <a:custGeom>
            <a:avLst/>
            <a:gdLst/>
            <a:ahLst/>
            <a:cxnLst/>
            <a:rect l="l" t="t" r="r" b="b"/>
            <a:pathLst>
              <a:path w="1852163" h="1657071">
                <a:moveTo>
                  <a:pt x="1830045" y="1657071"/>
                </a:moveTo>
                <a:lnTo>
                  <a:pt x="0" y="1657071"/>
                </a:lnTo>
                <a:lnTo>
                  <a:pt x="0" y="71798"/>
                </a:lnTo>
                <a:cubicBezTo>
                  <a:pt x="139850" y="25222"/>
                  <a:pt x="289460" y="0"/>
                  <a:pt x="444958" y="0"/>
                </a:cubicBezTo>
                <a:cubicBezTo>
                  <a:pt x="1222136" y="0"/>
                  <a:pt x="1852168" y="630027"/>
                  <a:pt x="1852168" y="1407198"/>
                </a:cubicBezTo>
                <a:cubicBezTo>
                  <a:pt x="1852168" y="1492479"/>
                  <a:pt x="1844573" y="1575981"/>
                  <a:pt x="1830045" y="1657071"/>
                </a:cubicBezTo>
              </a:path>
            </a:pathLst>
          </a:custGeom>
          <a:gradFill>
            <a:gsLst>
              <a:gs pos="0">
                <a:schemeClr val="accent3">
                  <a:alpha val="42000"/>
                </a:schemeClr>
              </a:gs>
              <a:gs pos="76000">
                <a:schemeClr val="accent3">
                  <a:alpha val="12600"/>
                </a:schemeClr>
              </a:gs>
            </a:gsLst>
            <a:lin ang="5396209" scaled="0"/>
          </a:gradFill>
          <a:ln w="25400">
            <a:noFill/>
          </a:ln>
          <a:effectLst>
            <a:softEdge rad="6350"/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5" name="Union_#color_$accent3_$accent3-2764&amp;1402"/>
          <p:cNvSpPr/>
          <p:nvPr userDrawn="1">
            <p:custDataLst>
              <p:tags r:id="rId16"/>
            </p:custDataLst>
          </p:nvPr>
        </p:nvSpPr>
        <p:spPr>
          <a:xfrm>
            <a:off x="0" y="5092700"/>
            <a:ext cx="1962117" cy="1765300"/>
          </a:xfrm>
          <a:custGeom>
            <a:avLst/>
            <a:gdLst/>
            <a:ahLst/>
            <a:cxnLst/>
            <a:rect l="l" t="t" r="r" b="b"/>
            <a:pathLst>
              <a:path w="1962117" h="1765300">
                <a:moveTo>
                  <a:pt x="0" y="321706"/>
                </a:moveTo>
                <a:lnTo>
                  <a:pt x="0" y="247442"/>
                </a:lnTo>
                <a:lnTo>
                  <a:pt x="409969" y="1373823"/>
                </a:lnTo>
                <a:lnTo>
                  <a:pt x="174363" y="37698"/>
                </a:lnTo>
                <a:cubicBezTo>
                  <a:pt x="173145" y="30791"/>
                  <a:pt x="177758" y="24204"/>
                  <a:pt x="184666" y="22986"/>
                </a:cubicBezTo>
                <a:cubicBezTo>
                  <a:pt x="191573" y="21768"/>
                  <a:pt x="198159" y="26380"/>
                  <a:pt x="199379" y="33287"/>
                </a:cubicBezTo>
                <a:lnTo>
                  <a:pt x="434932" y="1369124"/>
                </a:lnTo>
                <a:lnTo>
                  <a:pt x="434932" y="12700"/>
                </a:lnTo>
                <a:cubicBezTo>
                  <a:pt x="434932" y="5686"/>
                  <a:pt x="440618" y="0"/>
                  <a:pt x="447632" y="0"/>
                </a:cubicBezTo>
                <a:cubicBezTo>
                  <a:pt x="454646" y="0"/>
                  <a:pt x="460332" y="5686"/>
                  <a:pt x="460332" y="12700"/>
                </a:cubicBezTo>
                <a:lnTo>
                  <a:pt x="460332" y="1369428"/>
                </a:lnTo>
                <a:lnTo>
                  <a:pt x="695940" y="33287"/>
                </a:lnTo>
                <a:cubicBezTo>
                  <a:pt x="697158" y="26380"/>
                  <a:pt x="703744" y="21768"/>
                  <a:pt x="710651" y="22986"/>
                </a:cubicBezTo>
                <a:cubicBezTo>
                  <a:pt x="717559" y="24204"/>
                  <a:pt x="722172" y="30791"/>
                  <a:pt x="720954" y="37698"/>
                </a:cubicBezTo>
                <a:lnTo>
                  <a:pt x="485399" y="1373530"/>
                </a:lnTo>
                <a:lnTo>
                  <a:pt x="949328" y="98903"/>
                </a:lnTo>
                <a:cubicBezTo>
                  <a:pt x="951727" y="92312"/>
                  <a:pt x="959014" y="88914"/>
                  <a:pt x="965605" y="91313"/>
                </a:cubicBezTo>
                <a:cubicBezTo>
                  <a:pt x="972196" y="93711"/>
                  <a:pt x="975595" y="100999"/>
                  <a:pt x="973196" y="107590"/>
                </a:cubicBezTo>
                <a:lnTo>
                  <a:pt x="509139" y="1382573"/>
                </a:lnTo>
                <a:lnTo>
                  <a:pt x="1187553" y="207566"/>
                </a:lnTo>
                <a:cubicBezTo>
                  <a:pt x="1191061" y="201492"/>
                  <a:pt x="1198828" y="199412"/>
                  <a:pt x="1204901" y="202918"/>
                </a:cubicBezTo>
                <a:cubicBezTo>
                  <a:pt x="1210975" y="206426"/>
                  <a:pt x="1213057" y="214193"/>
                  <a:pt x="1209551" y="220268"/>
                </a:cubicBezTo>
                <a:lnTo>
                  <a:pt x="531305" y="1394981"/>
                </a:lnTo>
                <a:lnTo>
                  <a:pt x="1403210" y="355895"/>
                </a:lnTo>
                <a:cubicBezTo>
                  <a:pt x="1407719" y="350523"/>
                  <a:pt x="1415733" y="349822"/>
                  <a:pt x="1421105" y="354330"/>
                </a:cubicBezTo>
                <a:cubicBezTo>
                  <a:pt x="1426477" y="358839"/>
                  <a:pt x="1427175" y="366848"/>
                  <a:pt x="1422667" y="372222"/>
                </a:cubicBezTo>
                <a:lnTo>
                  <a:pt x="550680" y="1411415"/>
                </a:lnTo>
                <a:lnTo>
                  <a:pt x="1589900" y="539393"/>
                </a:lnTo>
                <a:cubicBezTo>
                  <a:pt x="1595272" y="534885"/>
                  <a:pt x="1603286" y="535586"/>
                  <a:pt x="1607795" y="540959"/>
                </a:cubicBezTo>
                <a:cubicBezTo>
                  <a:pt x="1612303" y="546331"/>
                  <a:pt x="1611592" y="554342"/>
                  <a:pt x="1606220" y="558851"/>
                </a:cubicBezTo>
                <a:lnTo>
                  <a:pt x="566931" y="1430934"/>
                </a:lnTo>
                <a:lnTo>
                  <a:pt x="1741843" y="752569"/>
                </a:lnTo>
                <a:cubicBezTo>
                  <a:pt x="1747926" y="749061"/>
                  <a:pt x="1755686" y="751143"/>
                  <a:pt x="1759191" y="757217"/>
                </a:cubicBezTo>
                <a:cubicBezTo>
                  <a:pt x="1762709" y="763292"/>
                  <a:pt x="1760626" y="771059"/>
                  <a:pt x="1754543" y="774565"/>
                </a:cubicBezTo>
                <a:lnTo>
                  <a:pt x="579868" y="1452791"/>
                </a:lnTo>
                <a:lnTo>
                  <a:pt x="1854479" y="988872"/>
                </a:lnTo>
                <a:cubicBezTo>
                  <a:pt x="1861071" y="986472"/>
                  <a:pt x="1868361" y="989870"/>
                  <a:pt x="1870761" y="996461"/>
                </a:cubicBezTo>
                <a:cubicBezTo>
                  <a:pt x="1873148" y="1003052"/>
                  <a:pt x="1869758" y="1010341"/>
                  <a:pt x="1863166" y="1012739"/>
                </a:cubicBezTo>
                <a:lnTo>
                  <a:pt x="588264" y="1476769"/>
                </a:lnTo>
                <a:lnTo>
                  <a:pt x="1924368" y="1241163"/>
                </a:lnTo>
                <a:cubicBezTo>
                  <a:pt x="1931276" y="1239945"/>
                  <a:pt x="1937855" y="1244558"/>
                  <a:pt x="1939074" y="1251466"/>
                </a:cubicBezTo>
                <a:cubicBezTo>
                  <a:pt x="1940293" y="1258373"/>
                  <a:pt x="1935683" y="1264959"/>
                  <a:pt x="1928774" y="1266177"/>
                </a:cubicBezTo>
                <a:lnTo>
                  <a:pt x="592941" y="1501737"/>
                </a:lnTo>
                <a:lnTo>
                  <a:pt x="1949412" y="1501737"/>
                </a:lnTo>
                <a:cubicBezTo>
                  <a:pt x="1956435" y="1501737"/>
                  <a:pt x="1962112" y="1507414"/>
                  <a:pt x="1962112" y="1514437"/>
                </a:cubicBezTo>
                <a:cubicBezTo>
                  <a:pt x="1962112" y="1521447"/>
                  <a:pt x="1956435" y="1527137"/>
                  <a:pt x="1949412" y="1527137"/>
                </a:cubicBezTo>
                <a:lnTo>
                  <a:pt x="592634" y="1527137"/>
                </a:lnTo>
                <a:lnTo>
                  <a:pt x="1928774" y="1762735"/>
                </a:lnTo>
                <a:cubicBezTo>
                  <a:pt x="1930933" y="1763116"/>
                  <a:pt x="1932864" y="1764030"/>
                  <a:pt x="1934477" y="1765300"/>
                </a:cubicBezTo>
                <a:lnTo>
                  <a:pt x="1797025" y="1765300"/>
                </a:lnTo>
                <a:lnTo>
                  <a:pt x="588521" y="1552194"/>
                </a:lnTo>
                <a:lnTo>
                  <a:pt x="1174015" y="1765300"/>
                </a:lnTo>
                <a:lnTo>
                  <a:pt x="1099749" y="1765300"/>
                </a:lnTo>
                <a:lnTo>
                  <a:pt x="579636" y="1575994"/>
                </a:lnTo>
                <a:lnTo>
                  <a:pt x="907512" y="1765300"/>
                </a:lnTo>
                <a:lnTo>
                  <a:pt x="856713" y="1765300"/>
                </a:lnTo>
                <a:lnTo>
                  <a:pt x="567141" y="1598104"/>
                </a:lnTo>
                <a:lnTo>
                  <a:pt x="766388" y="1765300"/>
                </a:lnTo>
                <a:lnTo>
                  <a:pt x="726873" y="1765300"/>
                </a:lnTo>
                <a:lnTo>
                  <a:pt x="550531" y="1617332"/>
                </a:lnTo>
                <a:lnTo>
                  <a:pt x="674694" y="1765300"/>
                </a:lnTo>
                <a:lnTo>
                  <a:pt x="641537" y="1765300"/>
                </a:lnTo>
                <a:lnTo>
                  <a:pt x="531305" y="1633931"/>
                </a:lnTo>
                <a:lnTo>
                  <a:pt x="607153" y="1765300"/>
                </a:lnTo>
                <a:lnTo>
                  <a:pt x="577823" y="1765300"/>
                </a:lnTo>
                <a:lnTo>
                  <a:pt x="509187" y="1646428"/>
                </a:lnTo>
                <a:lnTo>
                  <a:pt x="552455" y="1765300"/>
                </a:lnTo>
                <a:lnTo>
                  <a:pt x="525424" y="1765300"/>
                </a:lnTo>
                <a:lnTo>
                  <a:pt x="485400" y="1655331"/>
                </a:lnTo>
                <a:lnTo>
                  <a:pt x="504792" y="1765300"/>
                </a:lnTo>
                <a:lnTo>
                  <a:pt x="479000" y="1765300"/>
                </a:lnTo>
                <a:lnTo>
                  <a:pt x="460332" y="1659433"/>
                </a:lnTo>
                <a:lnTo>
                  <a:pt x="460332" y="1765300"/>
                </a:lnTo>
                <a:lnTo>
                  <a:pt x="434932" y="1765300"/>
                </a:lnTo>
                <a:lnTo>
                  <a:pt x="434932" y="1659738"/>
                </a:lnTo>
                <a:lnTo>
                  <a:pt x="416317" y="1765300"/>
                </a:lnTo>
                <a:lnTo>
                  <a:pt x="390526" y="1765300"/>
                </a:lnTo>
                <a:lnTo>
                  <a:pt x="409967" y="1655051"/>
                </a:lnTo>
                <a:lnTo>
                  <a:pt x="369839" y="1765300"/>
                </a:lnTo>
                <a:lnTo>
                  <a:pt x="342809" y="1765300"/>
                </a:lnTo>
                <a:lnTo>
                  <a:pt x="385983" y="1646682"/>
                </a:lnTo>
                <a:lnTo>
                  <a:pt x="317496" y="1765300"/>
                </a:lnTo>
                <a:lnTo>
                  <a:pt x="288166" y="1765300"/>
                </a:lnTo>
                <a:lnTo>
                  <a:pt x="364136" y="1633728"/>
                </a:lnTo>
                <a:lnTo>
                  <a:pt x="253727" y="1765300"/>
                </a:lnTo>
                <a:lnTo>
                  <a:pt x="220570" y="1765300"/>
                </a:lnTo>
                <a:lnTo>
                  <a:pt x="344594" y="1617497"/>
                </a:lnTo>
                <a:lnTo>
                  <a:pt x="168449" y="1765300"/>
                </a:lnTo>
                <a:lnTo>
                  <a:pt x="128933" y="1765300"/>
                </a:lnTo>
                <a:lnTo>
                  <a:pt x="328192" y="1598104"/>
                </a:lnTo>
                <a:lnTo>
                  <a:pt x="38602" y="1765300"/>
                </a:lnTo>
                <a:lnTo>
                  <a:pt x="0" y="1765300"/>
                </a:lnTo>
                <a:lnTo>
                  <a:pt x="0" y="1758264"/>
                </a:lnTo>
                <a:lnTo>
                  <a:pt x="315764" y="1575943"/>
                </a:lnTo>
                <a:lnTo>
                  <a:pt x="0" y="1690878"/>
                </a:lnTo>
                <a:lnTo>
                  <a:pt x="0" y="1663840"/>
                </a:lnTo>
                <a:lnTo>
                  <a:pt x="306749" y="1552194"/>
                </a:lnTo>
                <a:lnTo>
                  <a:pt x="0" y="1606283"/>
                </a:lnTo>
                <a:lnTo>
                  <a:pt x="0" y="1580490"/>
                </a:lnTo>
                <a:lnTo>
                  <a:pt x="302630" y="1527137"/>
                </a:lnTo>
                <a:lnTo>
                  <a:pt x="0" y="1527137"/>
                </a:lnTo>
                <a:lnTo>
                  <a:pt x="0" y="1501737"/>
                </a:lnTo>
                <a:lnTo>
                  <a:pt x="302322" y="1501737"/>
                </a:lnTo>
                <a:lnTo>
                  <a:pt x="0" y="1448422"/>
                </a:lnTo>
                <a:lnTo>
                  <a:pt x="0" y="1422629"/>
                </a:lnTo>
                <a:lnTo>
                  <a:pt x="307007" y="1476769"/>
                </a:lnTo>
                <a:lnTo>
                  <a:pt x="0" y="1365021"/>
                </a:lnTo>
                <a:lnTo>
                  <a:pt x="0" y="1337996"/>
                </a:lnTo>
                <a:lnTo>
                  <a:pt x="315530" y="1452842"/>
                </a:lnTo>
                <a:lnTo>
                  <a:pt x="0" y="1270660"/>
                </a:lnTo>
                <a:lnTo>
                  <a:pt x="0" y="1241331"/>
                </a:lnTo>
                <a:lnTo>
                  <a:pt x="328403" y="1430934"/>
                </a:lnTo>
                <a:lnTo>
                  <a:pt x="0" y="1155375"/>
                </a:lnTo>
                <a:lnTo>
                  <a:pt x="0" y="1122218"/>
                </a:lnTo>
                <a:lnTo>
                  <a:pt x="344446" y="1411249"/>
                </a:lnTo>
                <a:lnTo>
                  <a:pt x="0" y="1000754"/>
                </a:lnTo>
                <a:lnTo>
                  <a:pt x="0" y="961239"/>
                </a:lnTo>
                <a:lnTo>
                  <a:pt x="364136" y="1395197"/>
                </a:lnTo>
                <a:lnTo>
                  <a:pt x="0" y="764513"/>
                </a:lnTo>
                <a:lnTo>
                  <a:pt x="0" y="713715"/>
                </a:lnTo>
                <a:lnTo>
                  <a:pt x="386030" y="1382319"/>
                </a:lnTo>
                <a:lnTo>
                  <a:pt x="0" y="321706"/>
                </a:lnTo>
              </a:path>
            </a:pathLst>
          </a:custGeom>
          <a:gradFill>
            <a:gsLst>
              <a:gs pos="0">
                <a:schemeClr val="accent3">
                  <a:alpha val="36000"/>
                </a:schemeClr>
              </a:gs>
              <a:gs pos="100000">
                <a:schemeClr val="accent3">
                  <a:alpha val="6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6" name="Union_#color_$accent3_$accent3-2764&amp;1618"/>
          <p:cNvSpPr/>
          <p:nvPr userDrawn="1">
            <p:custDataLst>
              <p:tags r:id="rId17"/>
            </p:custDataLst>
          </p:nvPr>
        </p:nvSpPr>
        <p:spPr>
          <a:xfrm>
            <a:off x="8486177" y="5778500"/>
            <a:ext cx="2847781" cy="1079500"/>
          </a:xfrm>
          <a:custGeom>
            <a:avLst/>
            <a:gdLst/>
            <a:ahLst/>
            <a:cxnLst/>
            <a:rect l="l" t="t" r="r" b="b"/>
            <a:pathLst>
              <a:path w="2847781" h="1079500">
                <a:moveTo>
                  <a:pt x="2656002" y="1079500"/>
                </a:moveTo>
                <a:lnTo>
                  <a:pt x="2839415" y="1012739"/>
                </a:lnTo>
                <a:cubicBezTo>
                  <a:pt x="2846007" y="1010340"/>
                  <a:pt x="2849410" y="1003052"/>
                  <a:pt x="2847010" y="996461"/>
                </a:cubicBezTo>
                <a:cubicBezTo>
                  <a:pt x="2844610" y="989871"/>
                  <a:pt x="2837320" y="986471"/>
                  <a:pt x="2830728" y="988870"/>
                </a:cubicBezTo>
                <a:lnTo>
                  <a:pt x="2581732" y="1079500"/>
                </a:lnTo>
                <a:lnTo>
                  <a:pt x="2656002" y="1079500"/>
                </a:lnTo>
                <a:moveTo>
                  <a:pt x="2202663" y="1079500"/>
                </a:moveTo>
                <a:lnTo>
                  <a:pt x="2730805" y="774565"/>
                </a:lnTo>
                <a:cubicBezTo>
                  <a:pt x="2736875" y="771059"/>
                  <a:pt x="2738958" y="763292"/>
                  <a:pt x="2735453" y="757217"/>
                </a:cubicBezTo>
                <a:cubicBezTo>
                  <a:pt x="2731948" y="751143"/>
                  <a:pt x="2724175" y="749061"/>
                  <a:pt x="2718105" y="752569"/>
                </a:cubicBezTo>
                <a:lnTo>
                  <a:pt x="2151863" y="1079500"/>
                </a:lnTo>
                <a:lnTo>
                  <a:pt x="2202663" y="1079500"/>
                </a:lnTo>
                <a:moveTo>
                  <a:pt x="1961998" y="1079500"/>
                </a:moveTo>
                <a:lnTo>
                  <a:pt x="2582482" y="558851"/>
                </a:lnTo>
                <a:cubicBezTo>
                  <a:pt x="2587854" y="554342"/>
                  <a:pt x="2588552" y="546331"/>
                  <a:pt x="2584044" y="540959"/>
                </a:cubicBezTo>
                <a:cubicBezTo>
                  <a:pt x="2579535" y="535586"/>
                  <a:pt x="2571521" y="534885"/>
                  <a:pt x="2566149" y="539393"/>
                </a:cubicBezTo>
                <a:lnTo>
                  <a:pt x="1922488" y="1079500"/>
                </a:lnTo>
                <a:lnTo>
                  <a:pt x="1961998" y="1079500"/>
                </a:lnTo>
                <a:moveTo>
                  <a:pt x="1805445" y="1079500"/>
                </a:moveTo>
                <a:lnTo>
                  <a:pt x="2398928" y="372222"/>
                </a:lnTo>
                <a:cubicBezTo>
                  <a:pt x="2403437" y="366848"/>
                  <a:pt x="2402738" y="358839"/>
                  <a:pt x="2397366" y="354330"/>
                </a:cubicBezTo>
                <a:cubicBezTo>
                  <a:pt x="2391994" y="349822"/>
                  <a:pt x="2383981" y="350523"/>
                  <a:pt x="2379472" y="355895"/>
                </a:cubicBezTo>
                <a:lnTo>
                  <a:pt x="1772285" y="1079500"/>
                </a:lnTo>
                <a:lnTo>
                  <a:pt x="1805445" y="1079500"/>
                </a:lnTo>
                <a:moveTo>
                  <a:pt x="1689710" y="1079500"/>
                </a:moveTo>
                <a:lnTo>
                  <a:pt x="2185810" y="220268"/>
                </a:lnTo>
                <a:cubicBezTo>
                  <a:pt x="2189315" y="214193"/>
                  <a:pt x="2187232" y="206426"/>
                  <a:pt x="2181162" y="202918"/>
                </a:cubicBezTo>
                <a:cubicBezTo>
                  <a:pt x="2175078" y="199412"/>
                  <a:pt x="2167319" y="201492"/>
                  <a:pt x="2163813" y="207566"/>
                </a:cubicBezTo>
                <a:lnTo>
                  <a:pt x="1660385" y="1079500"/>
                </a:lnTo>
                <a:lnTo>
                  <a:pt x="1689710" y="1079500"/>
                </a:lnTo>
                <a:moveTo>
                  <a:pt x="1595704" y="1079500"/>
                </a:moveTo>
                <a:lnTo>
                  <a:pt x="1949450" y="107590"/>
                </a:lnTo>
                <a:cubicBezTo>
                  <a:pt x="1951850" y="100999"/>
                  <a:pt x="1948459" y="93711"/>
                  <a:pt x="1941855" y="91313"/>
                </a:cubicBezTo>
                <a:cubicBezTo>
                  <a:pt x="1935277" y="88914"/>
                  <a:pt x="1927987" y="92312"/>
                  <a:pt x="1925587" y="98903"/>
                </a:cubicBezTo>
                <a:lnTo>
                  <a:pt x="1568679" y="1079500"/>
                </a:lnTo>
                <a:lnTo>
                  <a:pt x="1595704" y="1079500"/>
                </a:lnTo>
                <a:moveTo>
                  <a:pt x="1513510" y="1079500"/>
                </a:moveTo>
                <a:lnTo>
                  <a:pt x="1697215" y="37698"/>
                </a:lnTo>
                <a:cubicBezTo>
                  <a:pt x="1698435" y="30791"/>
                  <a:pt x="1693812" y="24204"/>
                  <a:pt x="1686903" y="22986"/>
                </a:cubicBezTo>
                <a:cubicBezTo>
                  <a:pt x="1680007" y="21768"/>
                  <a:pt x="1673415" y="26380"/>
                  <a:pt x="1672196" y="33287"/>
                </a:cubicBezTo>
                <a:lnTo>
                  <a:pt x="1487716" y="1079500"/>
                </a:lnTo>
                <a:lnTo>
                  <a:pt x="1513510" y="1079500"/>
                </a:lnTo>
                <a:moveTo>
                  <a:pt x="1436586" y="1079500"/>
                </a:moveTo>
                <a:lnTo>
                  <a:pt x="1436586" y="12700"/>
                </a:lnTo>
                <a:cubicBezTo>
                  <a:pt x="1436586" y="5686"/>
                  <a:pt x="1430909" y="0"/>
                  <a:pt x="1423886" y="0"/>
                </a:cubicBezTo>
                <a:cubicBezTo>
                  <a:pt x="1416876" y="0"/>
                  <a:pt x="1411186" y="5686"/>
                  <a:pt x="1411186" y="12700"/>
                </a:cubicBezTo>
                <a:lnTo>
                  <a:pt x="1411186" y="1079500"/>
                </a:lnTo>
                <a:lnTo>
                  <a:pt x="1436586" y="1079500"/>
                </a:lnTo>
                <a:moveTo>
                  <a:pt x="1360119" y="1079500"/>
                </a:moveTo>
                <a:lnTo>
                  <a:pt x="1175634" y="33287"/>
                </a:lnTo>
                <a:cubicBezTo>
                  <a:pt x="1174417" y="26380"/>
                  <a:pt x="1167830" y="21768"/>
                  <a:pt x="1160922" y="22986"/>
                </a:cubicBezTo>
                <a:cubicBezTo>
                  <a:pt x="1154015" y="24204"/>
                  <a:pt x="1149403" y="30791"/>
                  <a:pt x="1150620" y="37698"/>
                </a:cubicBezTo>
                <a:lnTo>
                  <a:pt x="1334326" y="1079500"/>
                </a:lnTo>
                <a:lnTo>
                  <a:pt x="1360119" y="1079500"/>
                </a:lnTo>
                <a:moveTo>
                  <a:pt x="1279106" y="1079500"/>
                </a:moveTo>
                <a:lnTo>
                  <a:pt x="922194" y="98903"/>
                </a:lnTo>
                <a:cubicBezTo>
                  <a:pt x="919795" y="92312"/>
                  <a:pt x="912506" y="88914"/>
                  <a:pt x="905915" y="91313"/>
                </a:cubicBezTo>
                <a:cubicBezTo>
                  <a:pt x="899324" y="93711"/>
                  <a:pt x="895927" y="100999"/>
                  <a:pt x="898326" y="107590"/>
                </a:cubicBezTo>
                <a:lnTo>
                  <a:pt x="1252071" y="1079500"/>
                </a:lnTo>
                <a:lnTo>
                  <a:pt x="1279106" y="1079500"/>
                </a:lnTo>
                <a:moveTo>
                  <a:pt x="1187450" y="1079500"/>
                </a:moveTo>
                <a:lnTo>
                  <a:pt x="684023" y="207566"/>
                </a:lnTo>
                <a:cubicBezTo>
                  <a:pt x="680516" y="201492"/>
                  <a:pt x="672748" y="199412"/>
                  <a:pt x="666674" y="202918"/>
                </a:cubicBezTo>
                <a:cubicBezTo>
                  <a:pt x="660599" y="206426"/>
                  <a:pt x="658518" y="214193"/>
                  <a:pt x="662026" y="220268"/>
                </a:cubicBezTo>
                <a:lnTo>
                  <a:pt x="1158121" y="1079500"/>
                </a:lnTo>
                <a:lnTo>
                  <a:pt x="1187450" y="1079500"/>
                </a:lnTo>
                <a:moveTo>
                  <a:pt x="1075491" y="1079500"/>
                </a:moveTo>
                <a:lnTo>
                  <a:pt x="468307" y="355895"/>
                </a:lnTo>
                <a:cubicBezTo>
                  <a:pt x="463799" y="350523"/>
                  <a:pt x="455789" y="349822"/>
                  <a:pt x="450416" y="354330"/>
                </a:cubicBezTo>
                <a:cubicBezTo>
                  <a:pt x="445042" y="358839"/>
                  <a:pt x="444343" y="366848"/>
                  <a:pt x="448850" y="372222"/>
                </a:cubicBezTo>
                <a:lnTo>
                  <a:pt x="1042333" y="1079500"/>
                </a:lnTo>
                <a:lnTo>
                  <a:pt x="1075491" y="1079500"/>
                </a:lnTo>
                <a:moveTo>
                  <a:pt x="925349" y="1079500"/>
                </a:moveTo>
                <a:lnTo>
                  <a:pt x="281681" y="539393"/>
                </a:lnTo>
                <a:cubicBezTo>
                  <a:pt x="276309" y="534885"/>
                  <a:pt x="268298" y="535586"/>
                  <a:pt x="263789" y="540959"/>
                </a:cubicBezTo>
                <a:cubicBezTo>
                  <a:pt x="259281" y="546331"/>
                  <a:pt x="259982" y="554342"/>
                  <a:pt x="265355" y="558851"/>
                </a:cubicBezTo>
                <a:lnTo>
                  <a:pt x="885834" y="1079500"/>
                </a:lnTo>
                <a:lnTo>
                  <a:pt x="925349" y="1079500"/>
                </a:lnTo>
                <a:moveTo>
                  <a:pt x="695966" y="1079500"/>
                </a:moveTo>
                <a:lnTo>
                  <a:pt x="129724" y="752569"/>
                </a:lnTo>
                <a:cubicBezTo>
                  <a:pt x="123650" y="749061"/>
                  <a:pt x="115882" y="751143"/>
                  <a:pt x="112375" y="757217"/>
                </a:cubicBezTo>
                <a:cubicBezTo>
                  <a:pt x="108868" y="763292"/>
                  <a:pt x="110949" y="771059"/>
                  <a:pt x="117023" y="774565"/>
                </a:cubicBezTo>
                <a:lnTo>
                  <a:pt x="645168" y="1079500"/>
                </a:lnTo>
                <a:lnTo>
                  <a:pt x="695966" y="1079500"/>
                </a:lnTo>
                <a:moveTo>
                  <a:pt x="266048" y="1079500"/>
                </a:moveTo>
                <a:lnTo>
                  <a:pt x="191784" y="1079500"/>
                </a:lnTo>
                <a:lnTo>
                  <a:pt x="8360" y="1012739"/>
                </a:lnTo>
                <a:cubicBezTo>
                  <a:pt x="1769" y="1010340"/>
                  <a:pt x="-1629" y="1003052"/>
                  <a:pt x="769" y="996461"/>
                </a:cubicBezTo>
                <a:cubicBezTo>
                  <a:pt x="3168" y="989871"/>
                  <a:pt x="10456" y="986471"/>
                  <a:pt x="17047" y="988870"/>
                </a:cubicBezTo>
                <a:lnTo>
                  <a:pt x="266048" y="1079500"/>
                </a:lnTo>
              </a:path>
            </a:pathLst>
          </a:custGeom>
          <a:gradFill>
            <a:gsLst>
              <a:gs pos="0">
                <a:schemeClr val="accent3">
                  <a:alpha val="80000"/>
                </a:schemeClr>
              </a:gs>
              <a:gs pos="100000">
                <a:schemeClr val="accent3">
                  <a:alpha val="8000"/>
                </a:schemeClr>
              </a:gs>
            </a:gsLst>
            <a:lin ang="5405363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27" name="图片 26" descr="C:/Users/ADMIN/AppData/Local/Temp/fig2wpp/@png2x_bg02-2727&amp;8512.png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7" r:link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8" name="图片 27" descr="C:/Users/ADMIN/AppData/Local/Temp/fig2wpp/@png2x_01-2727&amp;8514.png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 r:link="rId5"/>
          <a:stretch>
            <a:fillRect/>
          </a:stretch>
        </p:blipFill>
        <p:spPr>
          <a:xfrm>
            <a:off x="0" y="0"/>
            <a:ext cx="4699000" cy="3099435"/>
          </a:xfrm>
          <a:prstGeom prst="rect">
            <a:avLst/>
          </a:prstGeom>
        </p:spPr>
      </p:pic>
      <p:pic>
        <p:nvPicPr>
          <p:cNvPr id="29" name="图片 28" descr="C:/Users/ADMIN/AppData/Local/Temp/fig2wpp/@png2x_06-2727&amp;8521.png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 r:link="rId5"/>
          <a:stretch>
            <a:fillRect/>
          </a:stretch>
        </p:blipFill>
        <p:spPr>
          <a:xfrm>
            <a:off x="3251200" y="5588000"/>
            <a:ext cx="960120" cy="615950"/>
          </a:xfrm>
          <a:prstGeom prst="rect">
            <a:avLst/>
          </a:prstGeom>
        </p:spPr>
      </p:pic>
      <p:sp>
        <p:nvSpPr>
          <p:cNvPr id="32" name="Ellipse 2_#color_$accent1_$accent1-2764&amp;1309"/>
          <p:cNvSpPr/>
          <p:nvPr userDrawn="1">
            <p:custDataLst>
              <p:tags r:id="rId23"/>
            </p:custDataLst>
          </p:nvPr>
        </p:nvSpPr>
        <p:spPr>
          <a:xfrm>
            <a:off x="6680200" y="0"/>
            <a:ext cx="5511800" cy="4102100"/>
          </a:xfrm>
          <a:custGeom>
            <a:avLst/>
            <a:gdLst/>
            <a:ahLst/>
            <a:cxnLst/>
            <a:rect l="l" t="t" r="r" b="b"/>
            <a:pathLst>
              <a:path w="5511800" h="4102100">
                <a:moveTo>
                  <a:pt x="255523" y="0"/>
                </a:moveTo>
                <a:lnTo>
                  <a:pt x="5511800" y="0"/>
                </a:lnTo>
                <a:lnTo>
                  <a:pt x="5511800" y="2491384"/>
                </a:lnTo>
                <a:cubicBezTo>
                  <a:pt x="5034953" y="3446285"/>
                  <a:pt x="4048214" y="4102100"/>
                  <a:pt x="2908300" y="4102100"/>
                </a:cubicBezTo>
                <a:cubicBezTo>
                  <a:pt x="1302093" y="4102100"/>
                  <a:pt x="0" y="2800007"/>
                  <a:pt x="0" y="1193800"/>
                </a:cubicBezTo>
                <a:cubicBezTo>
                  <a:pt x="0" y="768347"/>
                  <a:pt x="91356" y="364231"/>
                  <a:pt x="255523" y="0"/>
                </a:cubicBezTo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72000">
                <a:schemeClr val="accent1">
                  <a:alpha val="9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33" name="Union_#color_$accent1_$accent1-2764&amp;1330"/>
          <p:cNvSpPr/>
          <p:nvPr userDrawn="1">
            <p:custDataLst>
              <p:tags r:id="rId24"/>
            </p:custDataLst>
          </p:nvPr>
        </p:nvSpPr>
        <p:spPr>
          <a:xfrm>
            <a:off x="6539247" y="0"/>
            <a:ext cx="5652753" cy="4255750"/>
          </a:xfrm>
          <a:custGeom>
            <a:avLst/>
            <a:gdLst/>
            <a:ahLst/>
            <a:cxnLst/>
            <a:rect l="l" t="t" r="r" b="b"/>
            <a:pathLst>
              <a:path w="5652753" h="4255750">
                <a:moveTo>
                  <a:pt x="3075318" y="0"/>
                </a:moveTo>
                <a:lnTo>
                  <a:pt x="3037218" y="0"/>
                </a:lnTo>
                <a:lnTo>
                  <a:pt x="3037218" y="981346"/>
                </a:lnTo>
                <a:lnTo>
                  <a:pt x="2864168" y="0"/>
                </a:lnTo>
                <a:lnTo>
                  <a:pt x="2825483" y="0"/>
                </a:lnTo>
                <a:lnTo>
                  <a:pt x="2999791" y="988539"/>
                </a:lnTo>
                <a:lnTo>
                  <a:pt x="2640000" y="0"/>
                </a:lnTo>
                <a:lnTo>
                  <a:pt x="2599449" y="0"/>
                </a:lnTo>
                <a:lnTo>
                  <a:pt x="2963850" y="1001196"/>
                </a:lnTo>
                <a:lnTo>
                  <a:pt x="2385797" y="0"/>
                </a:lnTo>
                <a:lnTo>
                  <a:pt x="2341804" y="0"/>
                </a:lnTo>
                <a:lnTo>
                  <a:pt x="2931046" y="1020580"/>
                </a:lnTo>
                <a:lnTo>
                  <a:pt x="2074672" y="0"/>
                </a:lnTo>
                <a:lnTo>
                  <a:pt x="2024939" y="0"/>
                </a:lnTo>
                <a:lnTo>
                  <a:pt x="2901417" y="1044536"/>
                </a:lnTo>
                <a:lnTo>
                  <a:pt x="1656601" y="0"/>
                </a:lnTo>
                <a:lnTo>
                  <a:pt x="1597330" y="0"/>
                </a:lnTo>
                <a:lnTo>
                  <a:pt x="2877464" y="1074177"/>
                </a:lnTo>
                <a:lnTo>
                  <a:pt x="1016999" y="0"/>
                </a:lnTo>
                <a:lnTo>
                  <a:pt x="940802" y="0"/>
                </a:lnTo>
                <a:lnTo>
                  <a:pt x="2858084" y="1106983"/>
                </a:lnTo>
                <a:lnTo>
                  <a:pt x="208691" y="142682"/>
                </a:lnTo>
                <a:cubicBezTo>
                  <a:pt x="198805" y="139084"/>
                  <a:pt x="187874" y="144181"/>
                  <a:pt x="184274" y="154068"/>
                </a:cubicBezTo>
                <a:cubicBezTo>
                  <a:pt x="180677" y="163954"/>
                  <a:pt x="185774" y="174887"/>
                  <a:pt x="195661" y="178485"/>
                </a:cubicBezTo>
                <a:lnTo>
                  <a:pt x="2845397" y="1142910"/>
                </a:lnTo>
                <a:lnTo>
                  <a:pt x="68456" y="653240"/>
                </a:lnTo>
                <a:cubicBezTo>
                  <a:pt x="58094" y="651412"/>
                  <a:pt x="48214" y="658330"/>
                  <a:pt x="46387" y="668692"/>
                </a:cubicBezTo>
                <a:cubicBezTo>
                  <a:pt x="44560" y="679052"/>
                  <a:pt x="51478" y="688933"/>
                  <a:pt x="61839" y="690761"/>
                </a:cubicBezTo>
                <a:lnTo>
                  <a:pt x="2838247" y="1180335"/>
                </a:lnTo>
                <a:lnTo>
                  <a:pt x="19050" y="1180335"/>
                </a:lnTo>
                <a:cubicBezTo>
                  <a:pt x="8529" y="1180335"/>
                  <a:pt x="0" y="1188865"/>
                  <a:pt x="0" y="1199385"/>
                </a:cubicBezTo>
                <a:cubicBezTo>
                  <a:pt x="0" y="1209906"/>
                  <a:pt x="8529" y="1218435"/>
                  <a:pt x="19050" y="1218435"/>
                </a:cubicBezTo>
                <a:lnTo>
                  <a:pt x="2838818" y="1218435"/>
                </a:lnTo>
                <a:lnTo>
                  <a:pt x="61839" y="1708112"/>
                </a:lnTo>
                <a:cubicBezTo>
                  <a:pt x="51478" y="1709941"/>
                  <a:pt x="44560" y="1719821"/>
                  <a:pt x="46387" y="1730185"/>
                </a:cubicBezTo>
                <a:cubicBezTo>
                  <a:pt x="48214" y="1740535"/>
                  <a:pt x="58094" y="1747457"/>
                  <a:pt x="68456" y="1745628"/>
                </a:cubicBezTo>
                <a:lnTo>
                  <a:pt x="2844851" y="1256058"/>
                </a:lnTo>
                <a:lnTo>
                  <a:pt x="195661" y="2220290"/>
                </a:lnTo>
                <a:cubicBezTo>
                  <a:pt x="185774" y="2223884"/>
                  <a:pt x="180677" y="2234819"/>
                  <a:pt x="184274" y="2244700"/>
                </a:cubicBezTo>
                <a:cubicBezTo>
                  <a:pt x="187874" y="2254593"/>
                  <a:pt x="198805" y="2259686"/>
                  <a:pt x="208691" y="2256092"/>
                </a:cubicBezTo>
                <a:lnTo>
                  <a:pt x="2858554" y="1291615"/>
                </a:lnTo>
                <a:lnTo>
                  <a:pt x="416480" y="2701595"/>
                </a:lnTo>
                <a:cubicBezTo>
                  <a:pt x="407368" y="2706853"/>
                  <a:pt x="404246" y="2718511"/>
                  <a:pt x="409508" y="2727617"/>
                </a:cubicBezTo>
                <a:cubicBezTo>
                  <a:pt x="414768" y="2736723"/>
                  <a:pt x="426419" y="2739847"/>
                  <a:pt x="435530" y="2734589"/>
                </a:cubicBezTo>
                <a:lnTo>
                  <a:pt x="2877071" y="1324915"/>
                </a:lnTo>
                <a:lnTo>
                  <a:pt x="717422" y="3137103"/>
                </a:lnTo>
                <a:cubicBezTo>
                  <a:pt x="709361" y="3143860"/>
                  <a:pt x="708311" y="3155887"/>
                  <a:pt x="715074" y="3163938"/>
                </a:cubicBezTo>
                <a:cubicBezTo>
                  <a:pt x="721836" y="3172003"/>
                  <a:pt x="733852" y="3173044"/>
                  <a:pt x="741911" y="3166288"/>
                </a:cubicBezTo>
                <a:lnTo>
                  <a:pt x="2901709" y="1353985"/>
                </a:lnTo>
                <a:lnTo>
                  <a:pt x="1089356" y="3513836"/>
                </a:lnTo>
                <a:cubicBezTo>
                  <a:pt x="1082594" y="3521901"/>
                  <a:pt x="1083645" y="3533915"/>
                  <a:pt x="1091703" y="3540684"/>
                </a:cubicBezTo>
                <a:cubicBezTo>
                  <a:pt x="1099764" y="3547440"/>
                  <a:pt x="1111780" y="3546386"/>
                  <a:pt x="1118542" y="3538334"/>
                </a:cubicBezTo>
                <a:lnTo>
                  <a:pt x="2931046" y="1378293"/>
                </a:lnTo>
                <a:lnTo>
                  <a:pt x="1521155" y="3820211"/>
                </a:lnTo>
                <a:cubicBezTo>
                  <a:pt x="1515897" y="3829329"/>
                  <a:pt x="1519022" y="3840975"/>
                  <a:pt x="1528128" y="3846246"/>
                </a:cubicBezTo>
                <a:cubicBezTo>
                  <a:pt x="1537246" y="3851504"/>
                  <a:pt x="1548892" y="3848379"/>
                  <a:pt x="1554150" y="3839274"/>
                </a:cubicBezTo>
                <a:lnTo>
                  <a:pt x="2963748" y="1397851"/>
                </a:lnTo>
                <a:lnTo>
                  <a:pt x="1999552" y="4046957"/>
                </a:lnTo>
                <a:cubicBezTo>
                  <a:pt x="1995957" y="4056837"/>
                  <a:pt x="2001063" y="4067772"/>
                  <a:pt x="2010943" y="4071366"/>
                </a:cubicBezTo>
                <a:cubicBezTo>
                  <a:pt x="2020824" y="4074973"/>
                  <a:pt x="2031759" y="4069867"/>
                  <a:pt x="2035366" y="4059987"/>
                </a:cubicBezTo>
                <a:lnTo>
                  <a:pt x="2999791" y="1410233"/>
                </a:lnTo>
                <a:lnTo>
                  <a:pt x="2510117" y="4187190"/>
                </a:lnTo>
                <a:cubicBezTo>
                  <a:pt x="2508288" y="4197553"/>
                  <a:pt x="2515210" y="4207434"/>
                  <a:pt x="2525573" y="4209250"/>
                </a:cubicBezTo>
                <a:cubicBezTo>
                  <a:pt x="2535936" y="4211079"/>
                  <a:pt x="2545817" y="4204170"/>
                  <a:pt x="2547645" y="4193807"/>
                </a:cubicBezTo>
                <a:lnTo>
                  <a:pt x="3037218" y="1417422"/>
                </a:lnTo>
                <a:lnTo>
                  <a:pt x="3037218" y="4236695"/>
                </a:lnTo>
                <a:cubicBezTo>
                  <a:pt x="3037218" y="4247223"/>
                  <a:pt x="3045739" y="4255745"/>
                  <a:pt x="3056268" y="4255745"/>
                </a:cubicBezTo>
                <a:cubicBezTo>
                  <a:pt x="3066783" y="4255745"/>
                  <a:pt x="3075318" y="4247223"/>
                  <a:pt x="3075318" y="4236695"/>
                </a:cubicBezTo>
                <a:lnTo>
                  <a:pt x="3075318" y="1416812"/>
                </a:lnTo>
                <a:lnTo>
                  <a:pt x="3564992" y="4193807"/>
                </a:lnTo>
                <a:cubicBezTo>
                  <a:pt x="3566820" y="4204170"/>
                  <a:pt x="3576701" y="4211079"/>
                  <a:pt x="3587064" y="4209250"/>
                </a:cubicBezTo>
                <a:cubicBezTo>
                  <a:pt x="3597415" y="4207434"/>
                  <a:pt x="3604336" y="4197553"/>
                  <a:pt x="3602507" y="4187190"/>
                </a:cubicBezTo>
                <a:lnTo>
                  <a:pt x="3112935" y="1410805"/>
                </a:lnTo>
                <a:lnTo>
                  <a:pt x="4077157" y="4059987"/>
                </a:lnTo>
                <a:cubicBezTo>
                  <a:pt x="4080764" y="4069867"/>
                  <a:pt x="4091686" y="4074973"/>
                  <a:pt x="4101579" y="4071366"/>
                </a:cubicBezTo>
                <a:cubicBezTo>
                  <a:pt x="4111460" y="4067772"/>
                  <a:pt x="4116565" y="4056837"/>
                  <a:pt x="4112959" y="4046957"/>
                </a:cubicBezTo>
                <a:lnTo>
                  <a:pt x="3148584" y="1397356"/>
                </a:lnTo>
                <a:lnTo>
                  <a:pt x="4558475" y="3839274"/>
                </a:lnTo>
                <a:cubicBezTo>
                  <a:pt x="4563732" y="3848379"/>
                  <a:pt x="4575391" y="3851504"/>
                  <a:pt x="4584497" y="3846246"/>
                </a:cubicBezTo>
                <a:cubicBezTo>
                  <a:pt x="4593603" y="3840975"/>
                  <a:pt x="4596727" y="3829329"/>
                  <a:pt x="4591469" y="3820211"/>
                </a:cubicBezTo>
                <a:lnTo>
                  <a:pt x="3181807" y="1378687"/>
                </a:lnTo>
                <a:lnTo>
                  <a:pt x="4993983" y="3538334"/>
                </a:lnTo>
                <a:cubicBezTo>
                  <a:pt x="5000739" y="3546386"/>
                  <a:pt x="5012754" y="3547440"/>
                  <a:pt x="5020818" y="3540684"/>
                </a:cubicBezTo>
                <a:cubicBezTo>
                  <a:pt x="5028883" y="3533915"/>
                  <a:pt x="5029924" y="3521901"/>
                  <a:pt x="5023168" y="3513836"/>
                </a:cubicBezTo>
                <a:lnTo>
                  <a:pt x="3210547" y="1353668"/>
                </a:lnTo>
                <a:lnTo>
                  <a:pt x="5370728" y="3166288"/>
                </a:lnTo>
                <a:cubicBezTo>
                  <a:pt x="5378780" y="3173044"/>
                  <a:pt x="5390794" y="3172003"/>
                  <a:pt x="5397564" y="3163938"/>
                </a:cubicBezTo>
                <a:cubicBezTo>
                  <a:pt x="5404320" y="3155887"/>
                  <a:pt x="5403279" y="3143860"/>
                  <a:pt x="5395214" y="3137103"/>
                </a:cubicBezTo>
                <a:lnTo>
                  <a:pt x="3235579" y="1324928"/>
                </a:lnTo>
                <a:lnTo>
                  <a:pt x="5652757" y="2720531"/>
                </a:lnTo>
                <a:lnTo>
                  <a:pt x="5652757" y="2676538"/>
                </a:lnTo>
                <a:lnTo>
                  <a:pt x="3254248" y="1291717"/>
                </a:lnTo>
                <a:lnTo>
                  <a:pt x="5652757" y="2164702"/>
                </a:lnTo>
                <a:lnTo>
                  <a:pt x="5652757" y="2124151"/>
                </a:lnTo>
                <a:lnTo>
                  <a:pt x="3267672" y="1256059"/>
                </a:lnTo>
                <a:lnTo>
                  <a:pt x="5652757" y="1676629"/>
                </a:lnTo>
                <a:lnTo>
                  <a:pt x="5652757" y="1637944"/>
                </a:lnTo>
                <a:lnTo>
                  <a:pt x="3273704" y="1218435"/>
                </a:lnTo>
                <a:lnTo>
                  <a:pt x="5652757" y="1218435"/>
                </a:lnTo>
                <a:lnTo>
                  <a:pt x="5652757" y="1180335"/>
                </a:lnTo>
                <a:lnTo>
                  <a:pt x="3274276" y="1180335"/>
                </a:lnTo>
                <a:lnTo>
                  <a:pt x="5652757" y="760928"/>
                </a:lnTo>
                <a:lnTo>
                  <a:pt x="5652757" y="722241"/>
                </a:lnTo>
                <a:lnTo>
                  <a:pt x="3267126" y="1142909"/>
                </a:lnTo>
                <a:lnTo>
                  <a:pt x="5652757" y="274613"/>
                </a:lnTo>
                <a:lnTo>
                  <a:pt x="5652757" y="234067"/>
                </a:lnTo>
                <a:lnTo>
                  <a:pt x="3254705" y="1106882"/>
                </a:lnTo>
                <a:lnTo>
                  <a:pt x="5171821" y="0"/>
                </a:lnTo>
                <a:lnTo>
                  <a:pt x="5095621" y="0"/>
                </a:lnTo>
                <a:lnTo>
                  <a:pt x="3235185" y="1074162"/>
                </a:lnTo>
                <a:lnTo>
                  <a:pt x="4515307" y="0"/>
                </a:lnTo>
                <a:lnTo>
                  <a:pt x="4456036" y="0"/>
                </a:lnTo>
                <a:lnTo>
                  <a:pt x="3210839" y="1044851"/>
                </a:lnTo>
                <a:lnTo>
                  <a:pt x="4087584" y="0"/>
                </a:lnTo>
                <a:lnTo>
                  <a:pt x="4037851" y="0"/>
                </a:lnTo>
                <a:lnTo>
                  <a:pt x="3181807" y="1020187"/>
                </a:lnTo>
                <a:lnTo>
                  <a:pt x="3770821" y="0"/>
                </a:lnTo>
                <a:lnTo>
                  <a:pt x="3726828" y="0"/>
                </a:lnTo>
                <a:lnTo>
                  <a:pt x="3148482" y="1001687"/>
                </a:lnTo>
                <a:lnTo>
                  <a:pt x="3513074" y="0"/>
                </a:lnTo>
                <a:lnTo>
                  <a:pt x="3472523" y="0"/>
                </a:lnTo>
                <a:lnTo>
                  <a:pt x="3112935" y="987961"/>
                </a:lnTo>
                <a:lnTo>
                  <a:pt x="3287154" y="0"/>
                </a:lnTo>
                <a:lnTo>
                  <a:pt x="3248457" y="0"/>
                </a:lnTo>
                <a:lnTo>
                  <a:pt x="3075318" y="981950"/>
                </a:lnTo>
                <a:lnTo>
                  <a:pt x="3075318" y="0"/>
                </a:lnTo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80000">
                <a:schemeClr val="accent1">
                  <a:alpha val="1300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34" name="图片 33" descr="C:/Users/ADMIN/AppData/Local/Temp/fig2wpp/@png2x_02-2727&amp;8529.png"/>
          <p:cNvPicPr>
            <a:picLocks noChangeAspect="1"/>
          </p:cNvPicPr>
          <p:nvPr userDrawn="1">
            <p:custDataLst>
              <p:tags r:id="rId25"/>
            </p:custDataLst>
          </p:nvPr>
        </p:nvPicPr>
        <p:blipFill>
          <a:blip r:embed="rId26" r:link="rId5"/>
          <a:stretch>
            <a:fillRect/>
          </a:stretch>
        </p:blipFill>
        <p:spPr>
          <a:xfrm>
            <a:off x="6993890" y="2303145"/>
            <a:ext cx="1951355" cy="1595755"/>
          </a:xfrm>
          <a:prstGeom prst="rect">
            <a:avLst/>
          </a:prstGeom>
        </p:spPr>
      </p:pic>
      <p:pic>
        <p:nvPicPr>
          <p:cNvPr id="35" name="图片 34" descr="C:/Users/ADMIN/AppData/Local/Temp/fig2wpp/@png2x_01-2727&amp;8527.png"/>
          <p:cNvPicPr>
            <a:picLocks noChangeAspect="1"/>
          </p:cNvPicPr>
          <p:nvPr userDrawn="1">
            <p:custDataLst>
              <p:tags r:id="rId27"/>
            </p:custDataLst>
          </p:nvPr>
        </p:nvPicPr>
        <p:blipFill>
          <a:blip r:embed="rId28" r:link="rId5"/>
          <a:stretch>
            <a:fillRect/>
          </a:stretch>
        </p:blipFill>
        <p:spPr>
          <a:xfrm>
            <a:off x="9474200" y="3222625"/>
            <a:ext cx="1260475" cy="1501775"/>
          </a:xfrm>
          <a:prstGeom prst="rect">
            <a:avLst/>
          </a:prstGeom>
        </p:spPr>
      </p:pic>
      <p:sp>
        <p:nvSpPr>
          <p:cNvPr id="7" name="日期占位符 3"/>
          <p:cNvSpPr>
            <a:spLocks noGrp="1"/>
          </p:cNvSpPr>
          <p:nvPr>
            <p:ph type="dt" sz="half" idx="16385"/>
            <p:custDataLst>
              <p:tags r:id="rId2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6386"/>
            <p:custDataLst>
              <p:tags r:id="rId3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6387"/>
            <p:custDataLst>
              <p:tags r:id="rId3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body" idx="16389" hasCustomPrompt="1"/>
            <p:custDataLst>
              <p:tags r:id="rId32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33"/>
            </p:custDataLst>
          </p:nvPr>
        </p:nvSpPr>
        <p:spPr>
          <a:xfrm>
            <a:off x="1016000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8" Type="http://schemas.openxmlformats.org/officeDocument/2006/relationships/theme" Target="../theme/theme2.xml"/><Relationship Id="rId27" Type="http://schemas.openxmlformats.org/officeDocument/2006/relationships/tags" Target="../tags/tag148.xml"/><Relationship Id="rId26" Type="http://schemas.openxmlformats.org/officeDocument/2006/relationships/tags" Target="../tags/tag147.xml"/><Relationship Id="rId25" Type="http://schemas.openxmlformats.org/officeDocument/2006/relationships/tags" Target="../tags/tag146.xml"/><Relationship Id="rId24" Type="http://schemas.openxmlformats.org/officeDocument/2006/relationships/tags" Target="../tags/tag145.xml"/><Relationship Id="rId23" Type="http://schemas.openxmlformats.org/officeDocument/2006/relationships/tags" Target="../tags/tag144.xml"/><Relationship Id="rId22" Type="http://schemas.openxmlformats.org/officeDocument/2006/relationships/tags" Target="../tags/tag143.xml"/><Relationship Id="rId21" Type="http://schemas.openxmlformats.org/officeDocument/2006/relationships/tags" Target="../tags/tag142.xml"/><Relationship Id="rId20" Type="http://schemas.openxmlformats.org/officeDocument/2006/relationships/image" Target="../media/image20.png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41.xml"/><Relationship Id="rId18" Type="http://schemas.openxmlformats.org/officeDocument/2006/relationships/image" Target="../media/image3.png"/><Relationship Id="rId17" Type="http://schemas.openxmlformats.org/officeDocument/2006/relationships/tags" Target="../tags/tag140.xml"/><Relationship Id="rId16" Type="http://schemas.openxmlformats.org/officeDocument/2006/relationships/image" Target="NULL" TargetMode="External"/><Relationship Id="rId15" Type="http://schemas.openxmlformats.org/officeDocument/2006/relationships/image" Target="../media/image5.png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2515_#color_$accent1_$accent1-2764&amp;1540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</a:path>
            </a:pathLst>
          </a:custGeom>
          <a:gradFill>
            <a:gsLst>
              <a:gs pos="57000">
                <a:schemeClr val="accent1">
                  <a:alpha val="0"/>
                </a:schemeClr>
              </a:gs>
              <a:gs pos="100000">
                <a:schemeClr val="accent1">
                  <a:alpha val="11000"/>
                </a:schemeClr>
              </a:gs>
            </a:gsLst>
            <a:lin ang="8317369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pic>
        <p:nvPicPr>
          <p:cNvPr id="13" name="图片 12" descr="C:/Users/ADMIN/AppData/Local/Temp/fig2wpp/@png2x_bg-2692&amp;3676.png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>
          <a:blip r:embed="rId15" r:link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图片 13" descr="C:/Users/ADMIN/AppData/Local/Temp/fig2wpp/@png2x_02-2727&amp;8210.png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 r:link="rId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图片 14" descr="C:/Users/ADMIN/AppData/Local/Temp/fig2wpp/@png2x_01-2727&amp;8211.png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 r:link="rId16"/>
          <a:stretch>
            <a:fillRect/>
          </a:stretch>
        </p:blipFill>
        <p:spPr>
          <a:xfrm>
            <a:off x="10629900" y="0"/>
            <a:ext cx="1562100" cy="1679575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" Type="http://schemas.openxmlformats.org/officeDocument/2006/relationships/tags" Target="../tags/tag14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169.xml"/><Relationship Id="rId16" Type="http://schemas.openxmlformats.org/officeDocument/2006/relationships/tags" Target="../tags/tag168.xml"/><Relationship Id="rId15" Type="http://schemas.openxmlformats.org/officeDocument/2006/relationships/tags" Target="../tags/tag167.xml"/><Relationship Id="rId14" Type="http://schemas.openxmlformats.org/officeDocument/2006/relationships/tags" Target="../tags/tag166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tags" Target="../tags/tag15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tags" Target="../tags/tag175.xml"/><Relationship Id="rId25" Type="http://schemas.openxmlformats.org/officeDocument/2006/relationships/slideLayout" Target="../slideLayouts/slideLayout16.xml"/><Relationship Id="rId24" Type="http://schemas.openxmlformats.org/officeDocument/2006/relationships/tags" Target="../tags/tag194.xml"/><Relationship Id="rId23" Type="http://schemas.openxmlformats.org/officeDocument/2006/relationships/tags" Target="../tags/tag193.xml"/><Relationship Id="rId22" Type="http://schemas.openxmlformats.org/officeDocument/2006/relationships/tags" Target="../tags/tag192.xml"/><Relationship Id="rId21" Type="http://schemas.openxmlformats.org/officeDocument/2006/relationships/tags" Target="../tags/tag191.xml"/><Relationship Id="rId20" Type="http://schemas.openxmlformats.org/officeDocument/2006/relationships/tags" Target="../tags/tag190.xml"/><Relationship Id="rId2" Type="http://schemas.openxmlformats.org/officeDocument/2006/relationships/tags" Target="../tags/tag174.xml"/><Relationship Id="rId19" Type="http://schemas.openxmlformats.org/officeDocument/2006/relationships/tags" Target="../tags/tag189.xml"/><Relationship Id="rId18" Type="http://schemas.openxmlformats.org/officeDocument/2006/relationships/tags" Target="../tags/tag188.xml"/><Relationship Id="rId17" Type="http://schemas.openxmlformats.org/officeDocument/2006/relationships/tags" Target="../tags/tag187.xml"/><Relationship Id="rId16" Type="http://schemas.openxmlformats.org/officeDocument/2006/relationships/tags" Target="../tags/tag186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tags" Target="../tags/tag1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4.xml"/><Relationship Id="rId84" Type="http://schemas.openxmlformats.org/officeDocument/2006/relationships/slideLayout" Target="../slideLayouts/slideLayout16.xml"/><Relationship Id="rId83" Type="http://schemas.openxmlformats.org/officeDocument/2006/relationships/tags" Target="../tags/tag256.xml"/><Relationship Id="rId82" Type="http://schemas.openxmlformats.org/officeDocument/2006/relationships/image" Target="../media/image46.svg"/><Relationship Id="rId81" Type="http://schemas.openxmlformats.org/officeDocument/2006/relationships/image" Target="../media/image45.png"/><Relationship Id="rId80" Type="http://schemas.openxmlformats.org/officeDocument/2006/relationships/tags" Target="../tags/tag255.xml"/><Relationship Id="rId8" Type="http://schemas.openxmlformats.org/officeDocument/2006/relationships/tags" Target="../tags/tag203.xml"/><Relationship Id="rId79" Type="http://schemas.openxmlformats.org/officeDocument/2006/relationships/tags" Target="../tags/tag254.xml"/><Relationship Id="rId78" Type="http://schemas.openxmlformats.org/officeDocument/2006/relationships/tags" Target="../tags/tag253.xml"/><Relationship Id="rId77" Type="http://schemas.openxmlformats.org/officeDocument/2006/relationships/tags" Target="../tags/tag252.xml"/><Relationship Id="rId76" Type="http://schemas.openxmlformats.org/officeDocument/2006/relationships/tags" Target="../tags/tag251.xml"/><Relationship Id="rId75" Type="http://schemas.openxmlformats.org/officeDocument/2006/relationships/image" Target="../media/image44.svg"/><Relationship Id="rId74" Type="http://schemas.openxmlformats.org/officeDocument/2006/relationships/image" Target="../media/image43.png"/><Relationship Id="rId73" Type="http://schemas.openxmlformats.org/officeDocument/2006/relationships/tags" Target="../tags/tag250.xml"/><Relationship Id="rId72" Type="http://schemas.openxmlformats.org/officeDocument/2006/relationships/tags" Target="../tags/tag249.xml"/><Relationship Id="rId71" Type="http://schemas.openxmlformats.org/officeDocument/2006/relationships/tags" Target="../tags/tag248.xml"/><Relationship Id="rId70" Type="http://schemas.openxmlformats.org/officeDocument/2006/relationships/tags" Target="../tags/tag247.xml"/><Relationship Id="rId7" Type="http://schemas.openxmlformats.org/officeDocument/2006/relationships/tags" Target="../tags/tag202.xml"/><Relationship Id="rId69" Type="http://schemas.openxmlformats.org/officeDocument/2006/relationships/tags" Target="../tags/tag246.xml"/><Relationship Id="rId68" Type="http://schemas.openxmlformats.org/officeDocument/2006/relationships/image" Target="../media/image42.svg"/><Relationship Id="rId67" Type="http://schemas.openxmlformats.org/officeDocument/2006/relationships/image" Target="../media/image41.png"/><Relationship Id="rId66" Type="http://schemas.openxmlformats.org/officeDocument/2006/relationships/tags" Target="../tags/tag245.xml"/><Relationship Id="rId65" Type="http://schemas.openxmlformats.org/officeDocument/2006/relationships/tags" Target="../tags/tag244.xml"/><Relationship Id="rId64" Type="http://schemas.openxmlformats.org/officeDocument/2006/relationships/tags" Target="../tags/tag243.xml"/><Relationship Id="rId63" Type="http://schemas.openxmlformats.org/officeDocument/2006/relationships/tags" Target="../tags/tag242.xml"/><Relationship Id="rId62" Type="http://schemas.openxmlformats.org/officeDocument/2006/relationships/tags" Target="../tags/tag241.xml"/><Relationship Id="rId61" Type="http://schemas.openxmlformats.org/officeDocument/2006/relationships/image" Target="../media/image40.svg"/><Relationship Id="rId60" Type="http://schemas.openxmlformats.org/officeDocument/2006/relationships/image" Target="../media/image39.png"/><Relationship Id="rId6" Type="http://schemas.openxmlformats.org/officeDocument/2006/relationships/image" Target="../media/image24.svg"/><Relationship Id="rId59" Type="http://schemas.openxmlformats.org/officeDocument/2006/relationships/tags" Target="../tags/tag240.xml"/><Relationship Id="rId58" Type="http://schemas.openxmlformats.org/officeDocument/2006/relationships/tags" Target="../tags/tag239.xml"/><Relationship Id="rId57" Type="http://schemas.openxmlformats.org/officeDocument/2006/relationships/tags" Target="../tags/tag238.xml"/><Relationship Id="rId56" Type="http://schemas.openxmlformats.org/officeDocument/2006/relationships/tags" Target="../tags/tag237.xml"/><Relationship Id="rId55" Type="http://schemas.openxmlformats.org/officeDocument/2006/relationships/image" Target="../media/image38.svg"/><Relationship Id="rId54" Type="http://schemas.openxmlformats.org/officeDocument/2006/relationships/image" Target="../media/image37.png"/><Relationship Id="rId53" Type="http://schemas.openxmlformats.org/officeDocument/2006/relationships/tags" Target="../tags/tag236.xml"/><Relationship Id="rId52" Type="http://schemas.openxmlformats.org/officeDocument/2006/relationships/tags" Target="../tags/tag235.xml"/><Relationship Id="rId51" Type="http://schemas.openxmlformats.org/officeDocument/2006/relationships/tags" Target="../tags/tag234.xml"/><Relationship Id="rId50" Type="http://schemas.openxmlformats.org/officeDocument/2006/relationships/tags" Target="../tags/tag233.xml"/><Relationship Id="rId5" Type="http://schemas.openxmlformats.org/officeDocument/2006/relationships/image" Target="../media/image23.png"/><Relationship Id="rId49" Type="http://schemas.openxmlformats.org/officeDocument/2006/relationships/tags" Target="../tags/tag232.xml"/><Relationship Id="rId48" Type="http://schemas.openxmlformats.org/officeDocument/2006/relationships/image" Target="../media/image36.svg"/><Relationship Id="rId47" Type="http://schemas.openxmlformats.org/officeDocument/2006/relationships/image" Target="../media/image35.png"/><Relationship Id="rId46" Type="http://schemas.openxmlformats.org/officeDocument/2006/relationships/tags" Target="../tags/tag231.xml"/><Relationship Id="rId45" Type="http://schemas.openxmlformats.org/officeDocument/2006/relationships/tags" Target="../tags/tag230.xml"/><Relationship Id="rId44" Type="http://schemas.openxmlformats.org/officeDocument/2006/relationships/tags" Target="../tags/tag229.xml"/><Relationship Id="rId43" Type="http://schemas.openxmlformats.org/officeDocument/2006/relationships/tags" Target="../tags/tag228.xml"/><Relationship Id="rId42" Type="http://schemas.openxmlformats.org/officeDocument/2006/relationships/tags" Target="../tags/tag227.xml"/><Relationship Id="rId41" Type="http://schemas.openxmlformats.org/officeDocument/2006/relationships/image" Target="../media/image34.svg"/><Relationship Id="rId40" Type="http://schemas.openxmlformats.org/officeDocument/2006/relationships/image" Target="../media/image33.png"/><Relationship Id="rId4" Type="http://schemas.openxmlformats.org/officeDocument/2006/relationships/tags" Target="../tags/tag201.xml"/><Relationship Id="rId39" Type="http://schemas.openxmlformats.org/officeDocument/2006/relationships/tags" Target="../tags/tag226.xml"/><Relationship Id="rId38" Type="http://schemas.openxmlformats.org/officeDocument/2006/relationships/tags" Target="../tags/tag225.xml"/><Relationship Id="rId37" Type="http://schemas.openxmlformats.org/officeDocument/2006/relationships/tags" Target="../tags/tag224.xml"/><Relationship Id="rId36" Type="http://schemas.openxmlformats.org/officeDocument/2006/relationships/tags" Target="../tags/tag223.xml"/><Relationship Id="rId35" Type="http://schemas.openxmlformats.org/officeDocument/2006/relationships/tags" Target="../tags/tag222.xml"/><Relationship Id="rId34" Type="http://schemas.openxmlformats.org/officeDocument/2006/relationships/image" Target="../media/image32.svg"/><Relationship Id="rId33" Type="http://schemas.openxmlformats.org/officeDocument/2006/relationships/image" Target="../media/image31.png"/><Relationship Id="rId32" Type="http://schemas.openxmlformats.org/officeDocument/2006/relationships/tags" Target="../tags/tag221.xml"/><Relationship Id="rId31" Type="http://schemas.openxmlformats.org/officeDocument/2006/relationships/tags" Target="../tags/tag220.xml"/><Relationship Id="rId30" Type="http://schemas.openxmlformats.org/officeDocument/2006/relationships/tags" Target="../tags/tag219.xml"/><Relationship Id="rId3" Type="http://schemas.openxmlformats.org/officeDocument/2006/relationships/tags" Target="../tags/tag200.xml"/><Relationship Id="rId29" Type="http://schemas.openxmlformats.org/officeDocument/2006/relationships/tags" Target="../tags/tag218.xml"/><Relationship Id="rId28" Type="http://schemas.openxmlformats.org/officeDocument/2006/relationships/tags" Target="../tags/tag217.xml"/><Relationship Id="rId27" Type="http://schemas.openxmlformats.org/officeDocument/2006/relationships/image" Target="../media/image30.svg"/><Relationship Id="rId26" Type="http://schemas.openxmlformats.org/officeDocument/2006/relationships/image" Target="../media/image29.png"/><Relationship Id="rId25" Type="http://schemas.openxmlformats.org/officeDocument/2006/relationships/tags" Target="../tags/tag216.xml"/><Relationship Id="rId24" Type="http://schemas.openxmlformats.org/officeDocument/2006/relationships/tags" Target="../tags/tag215.xml"/><Relationship Id="rId23" Type="http://schemas.openxmlformats.org/officeDocument/2006/relationships/tags" Target="../tags/tag214.xml"/><Relationship Id="rId22" Type="http://schemas.openxmlformats.org/officeDocument/2006/relationships/tags" Target="../tags/tag213.xml"/><Relationship Id="rId21" Type="http://schemas.openxmlformats.org/officeDocument/2006/relationships/tags" Target="../tags/tag212.xml"/><Relationship Id="rId20" Type="http://schemas.openxmlformats.org/officeDocument/2006/relationships/image" Target="../media/image28.svg"/><Relationship Id="rId2" Type="http://schemas.openxmlformats.org/officeDocument/2006/relationships/tags" Target="../tags/tag199.xml"/><Relationship Id="rId19" Type="http://schemas.openxmlformats.org/officeDocument/2006/relationships/image" Target="../media/image27.png"/><Relationship Id="rId18" Type="http://schemas.openxmlformats.org/officeDocument/2006/relationships/tags" Target="../tags/tag211.xml"/><Relationship Id="rId17" Type="http://schemas.openxmlformats.org/officeDocument/2006/relationships/tags" Target="../tags/tag210.xml"/><Relationship Id="rId16" Type="http://schemas.openxmlformats.org/officeDocument/2006/relationships/tags" Target="../tags/tag209.xml"/><Relationship Id="rId15" Type="http://schemas.openxmlformats.org/officeDocument/2006/relationships/tags" Target="../tags/tag208.xml"/><Relationship Id="rId14" Type="http://schemas.openxmlformats.org/officeDocument/2006/relationships/tags" Target="../tags/tag207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tags" Target="../tags/tag206.xml"/><Relationship Id="rId10" Type="http://schemas.openxmlformats.org/officeDocument/2006/relationships/tags" Target="../tags/tag205.xml"/><Relationship Id="rId1" Type="http://schemas.openxmlformats.org/officeDocument/2006/relationships/tags" Target="../tags/tag19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image" Target="../media/image48.svg"/><Relationship Id="rId55" Type="http://schemas.openxmlformats.org/officeDocument/2006/relationships/slideLayout" Target="../slideLayouts/slideLayout16.xml"/><Relationship Id="rId54" Type="http://schemas.openxmlformats.org/officeDocument/2006/relationships/tags" Target="../tags/tag295.xml"/><Relationship Id="rId53" Type="http://schemas.openxmlformats.org/officeDocument/2006/relationships/image" Target="../media/image65.svg"/><Relationship Id="rId52" Type="http://schemas.openxmlformats.org/officeDocument/2006/relationships/image" Target="../media/image64.png"/><Relationship Id="rId51" Type="http://schemas.openxmlformats.org/officeDocument/2006/relationships/tags" Target="../tags/tag294.xml"/><Relationship Id="rId50" Type="http://schemas.openxmlformats.org/officeDocument/2006/relationships/tags" Target="../tags/tag293.xml"/><Relationship Id="rId5" Type="http://schemas.openxmlformats.org/officeDocument/2006/relationships/image" Target="../media/image47.png"/><Relationship Id="rId49" Type="http://schemas.openxmlformats.org/officeDocument/2006/relationships/tags" Target="../tags/tag292.xml"/><Relationship Id="rId48" Type="http://schemas.openxmlformats.org/officeDocument/2006/relationships/image" Target="../media/image63.svg"/><Relationship Id="rId47" Type="http://schemas.openxmlformats.org/officeDocument/2006/relationships/image" Target="../media/image62.png"/><Relationship Id="rId46" Type="http://schemas.openxmlformats.org/officeDocument/2006/relationships/tags" Target="../tags/tag291.xml"/><Relationship Id="rId45" Type="http://schemas.openxmlformats.org/officeDocument/2006/relationships/tags" Target="../tags/tag290.xml"/><Relationship Id="rId44" Type="http://schemas.openxmlformats.org/officeDocument/2006/relationships/tags" Target="../tags/tag289.xml"/><Relationship Id="rId43" Type="http://schemas.openxmlformats.org/officeDocument/2006/relationships/image" Target="../media/image32.svg"/><Relationship Id="rId42" Type="http://schemas.openxmlformats.org/officeDocument/2006/relationships/image" Target="../media/image61.png"/><Relationship Id="rId41" Type="http://schemas.openxmlformats.org/officeDocument/2006/relationships/tags" Target="../tags/tag288.xml"/><Relationship Id="rId40" Type="http://schemas.openxmlformats.org/officeDocument/2006/relationships/tags" Target="../tags/tag287.xml"/><Relationship Id="rId4" Type="http://schemas.openxmlformats.org/officeDocument/2006/relationships/tags" Target="../tags/tag265.xml"/><Relationship Id="rId39" Type="http://schemas.openxmlformats.org/officeDocument/2006/relationships/tags" Target="../tags/tag286.xml"/><Relationship Id="rId38" Type="http://schemas.openxmlformats.org/officeDocument/2006/relationships/tags" Target="../tags/tag285.xml"/><Relationship Id="rId37" Type="http://schemas.openxmlformats.org/officeDocument/2006/relationships/image" Target="../media/image60.svg"/><Relationship Id="rId36" Type="http://schemas.openxmlformats.org/officeDocument/2006/relationships/image" Target="../media/image59.png"/><Relationship Id="rId35" Type="http://schemas.openxmlformats.org/officeDocument/2006/relationships/tags" Target="../tags/tag284.xml"/><Relationship Id="rId34" Type="http://schemas.openxmlformats.org/officeDocument/2006/relationships/tags" Target="../tags/tag283.xml"/><Relationship Id="rId33" Type="http://schemas.openxmlformats.org/officeDocument/2006/relationships/tags" Target="../tags/tag282.xml"/><Relationship Id="rId32" Type="http://schemas.openxmlformats.org/officeDocument/2006/relationships/image" Target="../media/image58.svg"/><Relationship Id="rId31" Type="http://schemas.openxmlformats.org/officeDocument/2006/relationships/image" Target="../media/image57.png"/><Relationship Id="rId30" Type="http://schemas.openxmlformats.org/officeDocument/2006/relationships/tags" Target="../tags/tag281.xml"/><Relationship Id="rId3" Type="http://schemas.openxmlformats.org/officeDocument/2006/relationships/tags" Target="../tags/tag264.xml"/><Relationship Id="rId29" Type="http://schemas.openxmlformats.org/officeDocument/2006/relationships/tags" Target="../tags/tag280.xml"/><Relationship Id="rId28" Type="http://schemas.openxmlformats.org/officeDocument/2006/relationships/tags" Target="../tags/tag279.xml"/><Relationship Id="rId27" Type="http://schemas.openxmlformats.org/officeDocument/2006/relationships/image" Target="../media/image56.svg"/><Relationship Id="rId26" Type="http://schemas.openxmlformats.org/officeDocument/2006/relationships/image" Target="../media/image55.png"/><Relationship Id="rId25" Type="http://schemas.openxmlformats.org/officeDocument/2006/relationships/tags" Target="../tags/tag278.xml"/><Relationship Id="rId24" Type="http://schemas.openxmlformats.org/officeDocument/2006/relationships/tags" Target="../tags/tag277.xml"/><Relationship Id="rId23" Type="http://schemas.openxmlformats.org/officeDocument/2006/relationships/tags" Target="../tags/tag276.xml"/><Relationship Id="rId22" Type="http://schemas.openxmlformats.org/officeDocument/2006/relationships/image" Target="../media/image54.svg"/><Relationship Id="rId21" Type="http://schemas.openxmlformats.org/officeDocument/2006/relationships/image" Target="../media/image53.png"/><Relationship Id="rId20" Type="http://schemas.openxmlformats.org/officeDocument/2006/relationships/tags" Target="../tags/tag275.xml"/><Relationship Id="rId2" Type="http://schemas.openxmlformats.org/officeDocument/2006/relationships/tags" Target="../tags/tag263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image" Target="../media/image52.svg"/><Relationship Id="rId15" Type="http://schemas.openxmlformats.org/officeDocument/2006/relationships/image" Target="../media/image51.png"/><Relationship Id="rId14" Type="http://schemas.openxmlformats.org/officeDocument/2006/relationships/tags" Target="../tags/tag271.xml"/><Relationship Id="rId13" Type="http://schemas.openxmlformats.org/officeDocument/2006/relationships/tags" Target="../tags/tag270.xml"/><Relationship Id="rId12" Type="http://schemas.openxmlformats.org/officeDocument/2006/relationships/tags" Target="../tags/tag269.xml"/><Relationship Id="rId11" Type="http://schemas.openxmlformats.org/officeDocument/2006/relationships/image" Target="../media/image50.svg"/><Relationship Id="rId10" Type="http://schemas.openxmlformats.org/officeDocument/2006/relationships/image" Target="../media/image49.png"/><Relationship Id="rId1" Type="http://schemas.openxmlformats.org/officeDocument/2006/relationships/tags" Target="../tags/tag26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02.xml"/><Relationship Id="rId8" Type="http://schemas.openxmlformats.org/officeDocument/2006/relationships/image" Target="../media/image67.svg"/><Relationship Id="rId7" Type="http://schemas.openxmlformats.org/officeDocument/2006/relationships/image" Target="../media/image66.png"/><Relationship Id="rId6" Type="http://schemas.openxmlformats.org/officeDocument/2006/relationships/tags" Target="../tags/tag301.xml"/><Relationship Id="rId56" Type="http://schemas.openxmlformats.org/officeDocument/2006/relationships/slideLayout" Target="../slideLayouts/slideLayout16.xml"/><Relationship Id="rId55" Type="http://schemas.openxmlformats.org/officeDocument/2006/relationships/tags" Target="../tags/tag334.xml"/><Relationship Id="rId54" Type="http://schemas.openxmlformats.org/officeDocument/2006/relationships/image" Target="../media/image80.svg"/><Relationship Id="rId53" Type="http://schemas.openxmlformats.org/officeDocument/2006/relationships/image" Target="../media/image79.png"/><Relationship Id="rId52" Type="http://schemas.openxmlformats.org/officeDocument/2006/relationships/tags" Target="../tags/tag333.xml"/><Relationship Id="rId51" Type="http://schemas.openxmlformats.org/officeDocument/2006/relationships/tags" Target="../tags/tag332.xml"/><Relationship Id="rId50" Type="http://schemas.openxmlformats.org/officeDocument/2006/relationships/tags" Target="../tags/tag331.xml"/><Relationship Id="rId5" Type="http://schemas.openxmlformats.org/officeDocument/2006/relationships/tags" Target="../tags/tag300.xml"/><Relationship Id="rId49" Type="http://schemas.openxmlformats.org/officeDocument/2006/relationships/tags" Target="../tags/tag330.xml"/><Relationship Id="rId48" Type="http://schemas.openxmlformats.org/officeDocument/2006/relationships/image" Target="../media/image78.svg"/><Relationship Id="rId47" Type="http://schemas.openxmlformats.org/officeDocument/2006/relationships/image" Target="../media/image77.png"/><Relationship Id="rId46" Type="http://schemas.openxmlformats.org/officeDocument/2006/relationships/tags" Target="../tags/tag329.xml"/><Relationship Id="rId45" Type="http://schemas.openxmlformats.org/officeDocument/2006/relationships/tags" Target="../tags/tag328.xml"/><Relationship Id="rId44" Type="http://schemas.openxmlformats.org/officeDocument/2006/relationships/tags" Target="../tags/tag327.xml"/><Relationship Id="rId43" Type="http://schemas.openxmlformats.org/officeDocument/2006/relationships/tags" Target="../tags/tag326.xml"/><Relationship Id="rId42" Type="http://schemas.openxmlformats.org/officeDocument/2006/relationships/image" Target="../media/image76.svg"/><Relationship Id="rId41" Type="http://schemas.openxmlformats.org/officeDocument/2006/relationships/image" Target="../media/image75.png"/><Relationship Id="rId40" Type="http://schemas.openxmlformats.org/officeDocument/2006/relationships/tags" Target="../tags/tag325.xml"/><Relationship Id="rId4" Type="http://schemas.openxmlformats.org/officeDocument/2006/relationships/tags" Target="../tags/tag299.xml"/><Relationship Id="rId39" Type="http://schemas.openxmlformats.org/officeDocument/2006/relationships/tags" Target="../tags/tag324.xml"/><Relationship Id="rId38" Type="http://schemas.openxmlformats.org/officeDocument/2006/relationships/tags" Target="../tags/tag323.xml"/><Relationship Id="rId37" Type="http://schemas.openxmlformats.org/officeDocument/2006/relationships/tags" Target="../tags/tag322.xml"/><Relationship Id="rId36" Type="http://schemas.openxmlformats.org/officeDocument/2006/relationships/image" Target="../media/image74.svg"/><Relationship Id="rId35" Type="http://schemas.openxmlformats.org/officeDocument/2006/relationships/image" Target="../media/image73.png"/><Relationship Id="rId34" Type="http://schemas.openxmlformats.org/officeDocument/2006/relationships/tags" Target="../tags/tag321.xml"/><Relationship Id="rId33" Type="http://schemas.openxmlformats.org/officeDocument/2006/relationships/tags" Target="../tags/tag320.xml"/><Relationship Id="rId32" Type="http://schemas.openxmlformats.org/officeDocument/2006/relationships/tags" Target="../tags/tag319.xml"/><Relationship Id="rId31" Type="http://schemas.openxmlformats.org/officeDocument/2006/relationships/tags" Target="../tags/tag318.xml"/><Relationship Id="rId30" Type="http://schemas.openxmlformats.org/officeDocument/2006/relationships/tags" Target="../tags/tag317.xml"/><Relationship Id="rId3" Type="http://schemas.openxmlformats.org/officeDocument/2006/relationships/tags" Target="../tags/tag298.xml"/><Relationship Id="rId29" Type="http://schemas.openxmlformats.org/officeDocument/2006/relationships/image" Target="../media/image72.svg"/><Relationship Id="rId28" Type="http://schemas.openxmlformats.org/officeDocument/2006/relationships/image" Target="../media/image71.png"/><Relationship Id="rId27" Type="http://schemas.openxmlformats.org/officeDocument/2006/relationships/tags" Target="../tags/tag316.xml"/><Relationship Id="rId26" Type="http://schemas.openxmlformats.org/officeDocument/2006/relationships/tags" Target="../tags/tag315.xml"/><Relationship Id="rId25" Type="http://schemas.openxmlformats.org/officeDocument/2006/relationships/tags" Target="../tags/tag314.xml"/><Relationship Id="rId24" Type="http://schemas.openxmlformats.org/officeDocument/2006/relationships/tags" Target="../tags/tag313.xml"/><Relationship Id="rId23" Type="http://schemas.openxmlformats.org/officeDocument/2006/relationships/tags" Target="../tags/tag312.xml"/><Relationship Id="rId22" Type="http://schemas.openxmlformats.org/officeDocument/2006/relationships/image" Target="../media/image70.svg"/><Relationship Id="rId21" Type="http://schemas.openxmlformats.org/officeDocument/2006/relationships/image" Target="../media/image69.png"/><Relationship Id="rId20" Type="http://schemas.openxmlformats.org/officeDocument/2006/relationships/tags" Target="../tags/tag311.xml"/><Relationship Id="rId2" Type="http://schemas.openxmlformats.org/officeDocument/2006/relationships/tags" Target="../tags/tag297.xml"/><Relationship Id="rId19" Type="http://schemas.openxmlformats.org/officeDocument/2006/relationships/tags" Target="../tags/tag310.xml"/><Relationship Id="rId18" Type="http://schemas.openxmlformats.org/officeDocument/2006/relationships/tags" Target="../tags/tag309.xml"/><Relationship Id="rId17" Type="http://schemas.openxmlformats.org/officeDocument/2006/relationships/tags" Target="../tags/tag308.xml"/><Relationship Id="rId16" Type="http://schemas.openxmlformats.org/officeDocument/2006/relationships/tags" Target="../tags/tag307.xml"/><Relationship Id="rId15" Type="http://schemas.openxmlformats.org/officeDocument/2006/relationships/image" Target="../media/image26.svg"/><Relationship Id="rId14" Type="http://schemas.openxmlformats.org/officeDocument/2006/relationships/image" Target="../media/image68.png"/><Relationship Id="rId13" Type="http://schemas.openxmlformats.org/officeDocument/2006/relationships/tags" Target="../tags/tag306.xml"/><Relationship Id="rId12" Type="http://schemas.openxmlformats.org/officeDocument/2006/relationships/tags" Target="../tags/tag305.xml"/><Relationship Id="rId11" Type="http://schemas.openxmlformats.org/officeDocument/2006/relationships/tags" Target="../tags/tag304.xml"/><Relationship Id="rId10" Type="http://schemas.openxmlformats.org/officeDocument/2006/relationships/tags" Target="../tags/tag303.xml"/><Relationship Id="rId1" Type="http://schemas.openxmlformats.org/officeDocument/2006/relationships/tags" Target="../tags/tag29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337.xml"/><Relationship Id="rId2" Type="http://schemas.openxmlformats.org/officeDocument/2006/relationships/tags" Target="../tags/tag336.xml"/><Relationship Id="rId1" Type="http://schemas.openxmlformats.org/officeDocument/2006/relationships/tags" Target="../tags/tag33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44.xml"/><Relationship Id="rId8" Type="http://schemas.openxmlformats.org/officeDocument/2006/relationships/tags" Target="../tags/tag343.xml"/><Relationship Id="rId7" Type="http://schemas.openxmlformats.org/officeDocument/2006/relationships/tags" Target="../tags/tag342.xml"/><Relationship Id="rId66" Type="http://schemas.openxmlformats.org/officeDocument/2006/relationships/slideLayout" Target="../slideLayouts/slideLayout16.xml"/><Relationship Id="rId65" Type="http://schemas.openxmlformats.org/officeDocument/2006/relationships/tags" Target="../tags/tag382.xml"/><Relationship Id="rId64" Type="http://schemas.openxmlformats.org/officeDocument/2006/relationships/tags" Target="../tags/tag381.xml"/><Relationship Id="rId63" Type="http://schemas.openxmlformats.org/officeDocument/2006/relationships/image" Target="../media/image93.svg"/><Relationship Id="rId62" Type="http://schemas.openxmlformats.org/officeDocument/2006/relationships/image" Target="../media/image92.png"/><Relationship Id="rId61" Type="http://schemas.openxmlformats.org/officeDocument/2006/relationships/tags" Target="../tags/tag380.xml"/><Relationship Id="rId60" Type="http://schemas.openxmlformats.org/officeDocument/2006/relationships/tags" Target="../tags/tag379.xml"/><Relationship Id="rId6" Type="http://schemas.openxmlformats.org/officeDocument/2006/relationships/image" Target="../media/image82.svg"/><Relationship Id="rId59" Type="http://schemas.openxmlformats.org/officeDocument/2006/relationships/tags" Target="../tags/tag378.xml"/><Relationship Id="rId58" Type="http://schemas.openxmlformats.org/officeDocument/2006/relationships/tags" Target="../tags/tag377.xml"/><Relationship Id="rId57" Type="http://schemas.openxmlformats.org/officeDocument/2006/relationships/image" Target="../media/image91.svg"/><Relationship Id="rId56" Type="http://schemas.openxmlformats.org/officeDocument/2006/relationships/image" Target="../media/image90.png"/><Relationship Id="rId55" Type="http://schemas.openxmlformats.org/officeDocument/2006/relationships/tags" Target="../tags/tag376.xml"/><Relationship Id="rId54" Type="http://schemas.openxmlformats.org/officeDocument/2006/relationships/tags" Target="../tags/tag375.xml"/><Relationship Id="rId53" Type="http://schemas.openxmlformats.org/officeDocument/2006/relationships/tags" Target="../tags/tag374.xml"/><Relationship Id="rId52" Type="http://schemas.openxmlformats.org/officeDocument/2006/relationships/image" Target="../media/image67.svg"/><Relationship Id="rId51" Type="http://schemas.openxmlformats.org/officeDocument/2006/relationships/image" Target="../media/image66.png"/><Relationship Id="rId50" Type="http://schemas.openxmlformats.org/officeDocument/2006/relationships/tags" Target="../tags/tag373.xml"/><Relationship Id="rId5" Type="http://schemas.openxmlformats.org/officeDocument/2006/relationships/image" Target="../media/image81.png"/><Relationship Id="rId49" Type="http://schemas.openxmlformats.org/officeDocument/2006/relationships/tags" Target="../tags/tag372.xml"/><Relationship Id="rId48" Type="http://schemas.openxmlformats.org/officeDocument/2006/relationships/tags" Target="../tags/tag371.xml"/><Relationship Id="rId47" Type="http://schemas.openxmlformats.org/officeDocument/2006/relationships/tags" Target="../tags/tag370.xml"/><Relationship Id="rId46" Type="http://schemas.openxmlformats.org/officeDocument/2006/relationships/tags" Target="../tags/tag369.xml"/><Relationship Id="rId45" Type="http://schemas.openxmlformats.org/officeDocument/2006/relationships/image" Target="../media/image63.svg"/><Relationship Id="rId44" Type="http://schemas.openxmlformats.org/officeDocument/2006/relationships/image" Target="../media/image62.png"/><Relationship Id="rId43" Type="http://schemas.openxmlformats.org/officeDocument/2006/relationships/tags" Target="../tags/tag368.xml"/><Relationship Id="rId42" Type="http://schemas.openxmlformats.org/officeDocument/2006/relationships/tags" Target="../tags/tag367.xml"/><Relationship Id="rId41" Type="http://schemas.openxmlformats.org/officeDocument/2006/relationships/tags" Target="../tags/tag366.xml"/><Relationship Id="rId40" Type="http://schemas.openxmlformats.org/officeDocument/2006/relationships/tags" Target="../tags/tag365.xml"/><Relationship Id="rId4" Type="http://schemas.openxmlformats.org/officeDocument/2006/relationships/tags" Target="../tags/tag341.xml"/><Relationship Id="rId39" Type="http://schemas.openxmlformats.org/officeDocument/2006/relationships/image" Target="../media/image52.svg"/><Relationship Id="rId38" Type="http://schemas.openxmlformats.org/officeDocument/2006/relationships/image" Target="../media/image51.png"/><Relationship Id="rId37" Type="http://schemas.openxmlformats.org/officeDocument/2006/relationships/tags" Target="../tags/tag364.xml"/><Relationship Id="rId36" Type="http://schemas.openxmlformats.org/officeDocument/2006/relationships/tags" Target="../tags/tag363.xml"/><Relationship Id="rId35" Type="http://schemas.openxmlformats.org/officeDocument/2006/relationships/tags" Target="../tags/tag362.xml"/><Relationship Id="rId34" Type="http://schemas.openxmlformats.org/officeDocument/2006/relationships/image" Target="../media/image89.svg"/><Relationship Id="rId33" Type="http://schemas.openxmlformats.org/officeDocument/2006/relationships/image" Target="../media/image88.png"/><Relationship Id="rId32" Type="http://schemas.openxmlformats.org/officeDocument/2006/relationships/tags" Target="../tags/tag361.xml"/><Relationship Id="rId31" Type="http://schemas.openxmlformats.org/officeDocument/2006/relationships/tags" Target="../tags/tag360.xml"/><Relationship Id="rId30" Type="http://schemas.openxmlformats.org/officeDocument/2006/relationships/tags" Target="../tags/tag359.xml"/><Relationship Id="rId3" Type="http://schemas.openxmlformats.org/officeDocument/2006/relationships/tags" Target="../tags/tag340.xml"/><Relationship Id="rId29" Type="http://schemas.openxmlformats.org/officeDocument/2006/relationships/tags" Target="../tags/tag358.xml"/><Relationship Id="rId28" Type="http://schemas.openxmlformats.org/officeDocument/2006/relationships/tags" Target="../tags/tag357.xml"/><Relationship Id="rId27" Type="http://schemas.openxmlformats.org/officeDocument/2006/relationships/image" Target="../media/image87.svg"/><Relationship Id="rId26" Type="http://schemas.openxmlformats.org/officeDocument/2006/relationships/image" Target="../media/image86.png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image" Target="../media/image85.svg"/><Relationship Id="rId2" Type="http://schemas.openxmlformats.org/officeDocument/2006/relationships/tags" Target="../tags/tag339.xml"/><Relationship Id="rId19" Type="http://schemas.openxmlformats.org/officeDocument/2006/relationships/image" Target="../media/image84.png"/><Relationship Id="rId18" Type="http://schemas.openxmlformats.org/officeDocument/2006/relationships/tags" Target="../tags/tag351.xml"/><Relationship Id="rId17" Type="http://schemas.openxmlformats.org/officeDocument/2006/relationships/tags" Target="../tags/tag350.xml"/><Relationship Id="rId16" Type="http://schemas.openxmlformats.org/officeDocument/2006/relationships/tags" Target="../tags/tag349.xml"/><Relationship Id="rId15" Type="http://schemas.openxmlformats.org/officeDocument/2006/relationships/tags" Target="../tags/tag348.xml"/><Relationship Id="rId14" Type="http://schemas.openxmlformats.org/officeDocument/2006/relationships/tags" Target="../tags/tag347.xml"/><Relationship Id="rId13" Type="http://schemas.openxmlformats.org/officeDocument/2006/relationships/image" Target="../media/image24.svg"/><Relationship Id="rId12" Type="http://schemas.openxmlformats.org/officeDocument/2006/relationships/image" Target="../media/image83.png"/><Relationship Id="rId11" Type="http://schemas.openxmlformats.org/officeDocument/2006/relationships/tags" Target="../tags/tag346.xml"/><Relationship Id="rId10" Type="http://schemas.openxmlformats.org/officeDocument/2006/relationships/tags" Target="../tags/tag345.xml"/><Relationship Id="rId1" Type="http://schemas.openxmlformats.org/officeDocument/2006/relationships/tags" Target="../tags/tag33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9.xml"/><Relationship Id="rId8" Type="http://schemas.openxmlformats.org/officeDocument/2006/relationships/tags" Target="../tags/tag388.xml"/><Relationship Id="rId7" Type="http://schemas.openxmlformats.org/officeDocument/2006/relationships/tags" Target="../tags/tag387.xml"/><Relationship Id="rId6" Type="http://schemas.openxmlformats.org/officeDocument/2006/relationships/tags" Target="../tags/tag386.xml"/><Relationship Id="rId55" Type="http://schemas.openxmlformats.org/officeDocument/2006/relationships/slideLayout" Target="../slideLayouts/slideLayout16.xml"/><Relationship Id="rId54" Type="http://schemas.openxmlformats.org/officeDocument/2006/relationships/tags" Target="../tags/tag422.xml"/><Relationship Id="rId53" Type="http://schemas.openxmlformats.org/officeDocument/2006/relationships/tags" Target="../tags/tag421.xml"/><Relationship Id="rId52" Type="http://schemas.openxmlformats.org/officeDocument/2006/relationships/tags" Target="../tags/tag420.xml"/><Relationship Id="rId51" Type="http://schemas.openxmlformats.org/officeDocument/2006/relationships/tags" Target="../tags/tag419.xml"/><Relationship Id="rId50" Type="http://schemas.openxmlformats.org/officeDocument/2006/relationships/tags" Target="../tags/tag418.xml"/><Relationship Id="rId5" Type="http://schemas.openxmlformats.org/officeDocument/2006/relationships/image" Target="../media/image24.svg"/><Relationship Id="rId49" Type="http://schemas.openxmlformats.org/officeDocument/2006/relationships/tags" Target="../tags/tag417.xml"/><Relationship Id="rId48" Type="http://schemas.openxmlformats.org/officeDocument/2006/relationships/tags" Target="../tags/tag416.xml"/><Relationship Id="rId47" Type="http://schemas.openxmlformats.org/officeDocument/2006/relationships/tags" Target="../tags/tag415.xml"/><Relationship Id="rId46" Type="http://schemas.openxmlformats.org/officeDocument/2006/relationships/tags" Target="../tags/tag414.xml"/><Relationship Id="rId45" Type="http://schemas.openxmlformats.org/officeDocument/2006/relationships/tags" Target="../tags/tag413.xml"/><Relationship Id="rId44" Type="http://schemas.openxmlformats.org/officeDocument/2006/relationships/tags" Target="../tags/tag412.xml"/><Relationship Id="rId43" Type="http://schemas.openxmlformats.org/officeDocument/2006/relationships/tags" Target="../tags/tag411.xml"/><Relationship Id="rId42" Type="http://schemas.openxmlformats.org/officeDocument/2006/relationships/tags" Target="../tags/tag410.xml"/><Relationship Id="rId41" Type="http://schemas.openxmlformats.org/officeDocument/2006/relationships/image" Target="../media/image101.svg"/><Relationship Id="rId40" Type="http://schemas.openxmlformats.org/officeDocument/2006/relationships/image" Target="../media/image100.png"/><Relationship Id="rId4" Type="http://schemas.openxmlformats.org/officeDocument/2006/relationships/image" Target="../media/image83.png"/><Relationship Id="rId39" Type="http://schemas.openxmlformats.org/officeDocument/2006/relationships/tags" Target="../tags/tag409.xml"/><Relationship Id="rId38" Type="http://schemas.openxmlformats.org/officeDocument/2006/relationships/tags" Target="../tags/tag408.xml"/><Relationship Id="rId37" Type="http://schemas.openxmlformats.org/officeDocument/2006/relationships/tags" Target="../tags/tag407.xml"/><Relationship Id="rId36" Type="http://schemas.openxmlformats.org/officeDocument/2006/relationships/tags" Target="../tags/tag406.xml"/><Relationship Id="rId35" Type="http://schemas.openxmlformats.org/officeDocument/2006/relationships/image" Target="../media/image99.svg"/><Relationship Id="rId34" Type="http://schemas.openxmlformats.org/officeDocument/2006/relationships/image" Target="../media/image98.png"/><Relationship Id="rId33" Type="http://schemas.openxmlformats.org/officeDocument/2006/relationships/tags" Target="../tags/tag405.xml"/><Relationship Id="rId32" Type="http://schemas.openxmlformats.org/officeDocument/2006/relationships/tags" Target="../tags/tag404.xml"/><Relationship Id="rId31" Type="http://schemas.openxmlformats.org/officeDocument/2006/relationships/tags" Target="../tags/tag403.xml"/><Relationship Id="rId30" Type="http://schemas.openxmlformats.org/officeDocument/2006/relationships/tags" Target="../tags/tag402.xml"/><Relationship Id="rId3" Type="http://schemas.openxmlformats.org/officeDocument/2006/relationships/tags" Target="../tags/tag385.xml"/><Relationship Id="rId29" Type="http://schemas.openxmlformats.org/officeDocument/2006/relationships/image" Target="../media/image32.svg"/><Relationship Id="rId28" Type="http://schemas.openxmlformats.org/officeDocument/2006/relationships/image" Target="../media/image61.png"/><Relationship Id="rId27" Type="http://schemas.openxmlformats.org/officeDocument/2006/relationships/tags" Target="../tags/tag401.xml"/><Relationship Id="rId26" Type="http://schemas.openxmlformats.org/officeDocument/2006/relationships/tags" Target="../tags/tag400.xml"/><Relationship Id="rId25" Type="http://schemas.openxmlformats.org/officeDocument/2006/relationships/tags" Target="../tags/tag399.xml"/><Relationship Id="rId24" Type="http://schemas.openxmlformats.org/officeDocument/2006/relationships/tags" Target="../tags/tag398.xml"/><Relationship Id="rId23" Type="http://schemas.openxmlformats.org/officeDocument/2006/relationships/image" Target="../media/image97.svg"/><Relationship Id="rId22" Type="http://schemas.openxmlformats.org/officeDocument/2006/relationships/image" Target="../media/image96.png"/><Relationship Id="rId21" Type="http://schemas.openxmlformats.org/officeDocument/2006/relationships/tags" Target="../tags/tag397.xml"/><Relationship Id="rId20" Type="http://schemas.openxmlformats.org/officeDocument/2006/relationships/tags" Target="../tags/tag396.xml"/><Relationship Id="rId2" Type="http://schemas.openxmlformats.org/officeDocument/2006/relationships/tags" Target="../tags/tag384.xml"/><Relationship Id="rId19" Type="http://schemas.openxmlformats.org/officeDocument/2006/relationships/tags" Target="../tags/tag395.xml"/><Relationship Id="rId18" Type="http://schemas.openxmlformats.org/officeDocument/2006/relationships/tags" Target="../tags/tag394.xml"/><Relationship Id="rId17" Type="http://schemas.openxmlformats.org/officeDocument/2006/relationships/image" Target="../media/image95.svg"/><Relationship Id="rId16" Type="http://schemas.openxmlformats.org/officeDocument/2006/relationships/image" Target="../media/image94.png"/><Relationship Id="rId15" Type="http://schemas.openxmlformats.org/officeDocument/2006/relationships/tags" Target="../tags/tag393.xml"/><Relationship Id="rId14" Type="http://schemas.openxmlformats.org/officeDocument/2006/relationships/tags" Target="../tags/tag392.xml"/><Relationship Id="rId13" Type="http://schemas.openxmlformats.org/officeDocument/2006/relationships/tags" Target="../tags/tag391.xml"/><Relationship Id="rId12" Type="http://schemas.openxmlformats.org/officeDocument/2006/relationships/tags" Target="../tags/tag390.xml"/><Relationship Id="rId11" Type="http://schemas.openxmlformats.org/officeDocument/2006/relationships/image" Target="../media/image82.svg"/><Relationship Id="rId10" Type="http://schemas.openxmlformats.org/officeDocument/2006/relationships/image" Target="../media/image81.png"/><Relationship Id="rId1" Type="http://schemas.openxmlformats.org/officeDocument/2006/relationships/tags" Target="../tags/tag38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image" Target="../media/image103.svg"/><Relationship Id="rId5" Type="http://schemas.openxmlformats.org/officeDocument/2006/relationships/image" Target="../media/image102.png"/><Relationship Id="rId4" Type="http://schemas.openxmlformats.org/officeDocument/2006/relationships/tags" Target="../tags/tag426.xml"/><Relationship Id="rId3" Type="http://schemas.openxmlformats.org/officeDocument/2006/relationships/tags" Target="../tags/tag425.xml"/><Relationship Id="rId26" Type="http://schemas.openxmlformats.org/officeDocument/2006/relationships/slideLayout" Target="../slideLayouts/slideLayout16.xml"/><Relationship Id="rId25" Type="http://schemas.openxmlformats.org/officeDocument/2006/relationships/tags" Target="../tags/tag441.xml"/><Relationship Id="rId24" Type="http://schemas.openxmlformats.org/officeDocument/2006/relationships/tags" Target="../tags/tag440.xml"/><Relationship Id="rId23" Type="http://schemas.openxmlformats.org/officeDocument/2006/relationships/tags" Target="../tags/tag439.xml"/><Relationship Id="rId22" Type="http://schemas.openxmlformats.org/officeDocument/2006/relationships/image" Target="../media/image107.svg"/><Relationship Id="rId21" Type="http://schemas.openxmlformats.org/officeDocument/2006/relationships/image" Target="../media/image106.png"/><Relationship Id="rId20" Type="http://schemas.openxmlformats.org/officeDocument/2006/relationships/tags" Target="../tags/tag438.xml"/><Relationship Id="rId2" Type="http://schemas.openxmlformats.org/officeDocument/2006/relationships/tags" Target="../tags/tag424.xml"/><Relationship Id="rId19" Type="http://schemas.openxmlformats.org/officeDocument/2006/relationships/tags" Target="../tags/tag437.xml"/><Relationship Id="rId18" Type="http://schemas.openxmlformats.org/officeDocument/2006/relationships/tags" Target="../tags/tag436.xml"/><Relationship Id="rId17" Type="http://schemas.openxmlformats.org/officeDocument/2006/relationships/tags" Target="../tags/tag435.xml"/><Relationship Id="rId16" Type="http://schemas.openxmlformats.org/officeDocument/2006/relationships/tags" Target="../tags/tag434.xml"/><Relationship Id="rId15" Type="http://schemas.openxmlformats.org/officeDocument/2006/relationships/tags" Target="../tags/tag433.xml"/><Relationship Id="rId14" Type="http://schemas.openxmlformats.org/officeDocument/2006/relationships/image" Target="../media/image105.svg"/><Relationship Id="rId13" Type="http://schemas.openxmlformats.org/officeDocument/2006/relationships/image" Target="../media/image104.png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tags" Target="../tags/tag42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443.xml"/><Relationship Id="rId2" Type="http://schemas.openxmlformats.org/officeDocument/2006/relationships/image" Target="../media/image108.jpeg"/><Relationship Id="rId1" Type="http://schemas.openxmlformats.org/officeDocument/2006/relationships/tags" Target="../tags/tag4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2026/06/05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芒种养生：清暑祛湿，养心护阳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Autofit/>
          </a:bodyPr>
          <a:p>
            <a:r>
              <a:rPr lang="zh-CN" altLang="en-US" b="1">
                <a:solidFill>
                  <a:schemeClr val="tx1"/>
                </a:solidFill>
              </a:rPr>
              <a:t>向向-苏华仁道长助理</a:t>
            </a:r>
            <a:endParaRPr lang="zh-CN" altLang="en-US" b="1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FE5D7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8904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芒种时节与养生要旨</a:t>
            </a:r>
            <a:endParaRPr sz="165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FE5D7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8904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饮食调养</a:t>
            </a:r>
            <a:endParaRPr sz="165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FE5D7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8904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起居与情志</a:t>
            </a:r>
            <a:endParaRPr sz="165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50 w 8355"/>
              <a:gd name="p0y0" fmla="*/ 0 h 2595"/>
              <a:gd name="p0x1" fmla="*/ 7905 w 8355"/>
              <a:gd name="p0y1" fmla="*/ 0 h 2595"/>
              <a:gd name="p0x2" fmla="*/ 8153 w 8355"/>
              <a:gd name="p0y2" fmla="*/ 0 h 2595"/>
              <a:gd name="p0x3" fmla="*/ 8355 w 8355"/>
              <a:gd name="p0y3" fmla="*/ 201 h 2595"/>
              <a:gd name="p0x4" fmla="*/ 8355 w 8355"/>
              <a:gd name="p0y4" fmla="*/ 450 h 2595"/>
              <a:gd name="p0x5" fmla="*/ 8355 w 8355"/>
              <a:gd name="p0y5" fmla="*/ 2145 h 2595"/>
              <a:gd name="p0x6" fmla="*/ 8355 w 8355"/>
              <a:gd name="p0y6" fmla="*/ 2393 h 2595"/>
              <a:gd name="p0x7" fmla="*/ 8153 w 8355"/>
              <a:gd name="p0y7" fmla="*/ 2595 h 2595"/>
              <a:gd name="p0x8" fmla="*/ 7905 w 8355"/>
              <a:gd name="p0y8" fmla="*/ 2595 h 2595"/>
              <a:gd name="p0x9" fmla="*/ 450 w 8355"/>
              <a:gd name="p0y9" fmla="*/ 2595 h 2595"/>
              <a:gd name="p0x10" fmla="*/ 201 w 8355"/>
              <a:gd name="p0y10" fmla="*/ 2595 h 2595"/>
              <a:gd name="p0x11" fmla="*/ 0 w 8355"/>
              <a:gd name="p0y11" fmla="*/ 2393 h 2595"/>
              <a:gd name="p0x12" fmla="*/ 0 w 8355"/>
              <a:gd name="p0y12" fmla="*/ 2145 h 2595"/>
              <a:gd name="p0x13" fmla="*/ 0 w 8355"/>
              <a:gd name="p0y13" fmla="*/ 450 h 2595"/>
              <a:gd name="p0x14" fmla="*/ 0 w 8355"/>
              <a:gd name="p0y14" fmla="*/ 201 h 2595"/>
              <a:gd name="p0x15" fmla="*/ 201 w 8355"/>
              <a:gd name="p0y15" fmla="*/ 0 h 2595"/>
              <a:gd name="p0x16" fmla="*/ 45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CFE5D7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8904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运动与防病</a:t>
            </a:r>
            <a:endParaRPr sz="165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6202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8904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38904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46747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8904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38904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96202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8904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38904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646747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389047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3000" b="1">
              <a:solidFill>
                <a:srgbClr val="389047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芒种时节与养生要旨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芒种节气与三候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"/>
            </p:custDataLst>
          </p:nvPr>
        </p:nvSpPr>
        <p:spPr>
          <a:xfrm>
            <a:off x="4190365" y="60960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7143" b="-7143"/>
          <a:stretch>
            <a:fillRect/>
          </a:stretch>
        </p:blipFill>
        <p:spPr>
          <a:xfrm>
            <a:off x="4247515" y="6153150"/>
            <a:ext cx="15240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4571924" y="6115050"/>
            <a:ext cx="360060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养生核心：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清暑祛湿，养心护阳，防因暑取凉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7"/>
            </p:custDataLst>
          </p:nvPr>
        </p:nvSpPr>
        <p:spPr>
          <a:xfrm>
            <a:off x="575945" y="1109345"/>
            <a:ext cx="11039475" cy="1183640"/>
          </a:xfrm>
          <a:custGeom>
            <a:avLst/>
            <a:gdLst>
              <a:gd name="sw" fmla="*/ 1 w 17385"/>
              <a:gd name="sh" fmla="*/ 1 h 1864"/>
              <a:gd name="mins" fmla="min sw sh"/>
              <a:gd name="dsw" fmla="+- 0 sw mins"/>
              <a:gd name="dsh" fmla="+- 0 sh mins"/>
              <a:gd name="p0x0" fmla="*/ 330 w 17385"/>
              <a:gd name="p0y0" fmla="*/ 0 h 1864"/>
              <a:gd name="p0x1" fmla="*/ 17055 w 17385"/>
              <a:gd name="p0y1" fmla="*/ 0 h 1864"/>
              <a:gd name="p0x2" fmla="*/ 17237 w 17385"/>
              <a:gd name="p0y2" fmla="*/ 0 h 1864"/>
              <a:gd name="p0x3" fmla="*/ 17385 w 17385"/>
              <a:gd name="p0y3" fmla="*/ 147 h 1864"/>
              <a:gd name="p0x4" fmla="*/ 17385 w 17385"/>
              <a:gd name="p0y4" fmla="*/ 330 h 1864"/>
              <a:gd name="p0x5" fmla="*/ 17385 w 17385"/>
              <a:gd name="p0y5" fmla="*/ 1534 h 1864"/>
              <a:gd name="p0x6" fmla="*/ 17385 w 17385"/>
              <a:gd name="p0y6" fmla="*/ 1716 h 1864"/>
              <a:gd name="p0x7" fmla="*/ 17237 w 17385"/>
              <a:gd name="p0y7" fmla="*/ 1864 h 1864"/>
              <a:gd name="p0x8" fmla="*/ 17055 w 17385"/>
              <a:gd name="p0y8" fmla="*/ 1864 h 1864"/>
              <a:gd name="p0x9" fmla="*/ 330 w 17385"/>
              <a:gd name="p0y9" fmla="*/ 1864 h 1864"/>
              <a:gd name="p0x10" fmla="*/ 147 w 17385"/>
              <a:gd name="p0y10" fmla="*/ 1864 h 1864"/>
              <a:gd name="p0x11" fmla="*/ 0 w 17385"/>
              <a:gd name="p0y11" fmla="*/ 1716 h 1864"/>
              <a:gd name="p0x12" fmla="*/ 0 w 17385"/>
              <a:gd name="p0y12" fmla="*/ 1534 h 1864"/>
              <a:gd name="p0x13" fmla="*/ 0 w 17385"/>
              <a:gd name="p0y13" fmla="*/ 330 h 1864"/>
              <a:gd name="p0x14" fmla="*/ 0 w 17385"/>
              <a:gd name="p0y14" fmla="*/ 147 h 1864"/>
              <a:gd name="p0x15" fmla="*/ 147 w 17385"/>
              <a:gd name="p0y15" fmla="*/ 0 h 1864"/>
              <a:gd name="p0x16" fmla="*/ 330 w 17385"/>
              <a:gd name="p0y16" fmla="*/ 0 h 186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7A3C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771525" y="1304925"/>
            <a:ext cx="9144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4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</a:rPr>
              <a:t>芒种</a:t>
            </a:r>
            <a:endParaRPr sz="2400" b="1">
              <a:solidFill>
                <a:srgbClr val="F2CD8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9"/>
            </p:custDataLst>
          </p:nvPr>
        </p:nvSpPr>
        <p:spPr>
          <a:xfrm>
            <a:off x="1457325" y="1419225"/>
            <a:ext cx="2095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夏季第三个节气，又称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3438525" y="1419225"/>
            <a:ext cx="72620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忙种</a:t>
            </a:r>
            <a:r>
              <a:rPr lang="en-US" altLang="zh-CN" sz="15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 b="1">
              <a:solidFill>
                <a:srgbClr val="F2CD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4050430" y="1419225"/>
            <a:ext cx="3048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有芒作物抢收，夏播作物忙种</a:t>
            </a:r>
            <a:endParaRPr lang="zh-CN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771525" y="1808798"/>
            <a:ext cx="106489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气温显著升高，长江中下游进入梅雨时节，闷热潮湿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3"/>
            </p:custDataLst>
          </p:nvPr>
        </p:nvSpPr>
        <p:spPr>
          <a:xfrm>
            <a:off x="575945" y="2493010"/>
            <a:ext cx="3546475" cy="3293110"/>
          </a:xfrm>
          <a:custGeom>
            <a:avLst/>
            <a:gdLst>
              <a:gd name="sw" fmla="*/ 1 w 5584"/>
              <a:gd name="sh" fmla="*/ 1 h 5185"/>
              <a:gd name="mins" fmla="min sw sh"/>
              <a:gd name="dsw" fmla="+- 0 sw mins"/>
              <a:gd name="dsh" fmla="+- 0 sh mins"/>
              <a:gd name="p0x0" fmla="*/ 330 w 5584"/>
              <a:gd name="p0y0" fmla="*/ 0 h 5185"/>
              <a:gd name="p0x1" fmla="*/ 5254 w 5584"/>
              <a:gd name="p0y1" fmla="*/ 0 h 5185"/>
              <a:gd name="p0x2" fmla="*/ 5437 w 5584"/>
              <a:gd name="p0y2" fmla="*/ 0 h 5185"/>
              <a:gd name="p0x3" fmla="*/ 5584 w 5584"/>
              <a:gd name="p0y3" fmla="*/ 147 h 5185"/>
              <a:gd name="p0x4" fmla="*/ 5584 w 5584"/>
              <a:gd name="p0y4" fmla="*/ 330 h 5185"/>
              <a:gd name="p0x5" fmla="*/ 5584 w 5584"/>
              <a:gd name="p0y5" fmla="*/ 4855 h 5185"/>
              <a:gd name="p0x6" fmla="*/ 5584 w 5584"/>
              <a:gd name="p0y6" fmla="*/ 5037 h 5185"/>
              <a:gd name="p0x7" fmla="*/ 5437 w 5584"/>
              <a:gd name="p0y7" fmla="*/ 5185 h 5185"/>
              <a:gd name="p0x8" fmla="*/ 5254 w 5584"/>
              <a:gd name="p0y8" fmla="*/ 5185 h 5185"/>
              <a:gd name="p0x9" fmla="*/ 330 w 5584"/>
              <a:gd name="p0y9" fmla="*/ 5185 h 5185"/>
              <a:gd name="p0x10" fmla="*/ 147 w 5584"/>
              <a:gd name="p0y10" fmla="*/ 5185 h 5185"/>
              <a:gd name="p0x11" fmla="*/ 0 w 5584"/>
              <a:gd name="p0y11" fmla="*/ 5037 h 5185"/>
              <a:gd name="p0x12" fmla="*/ 0 w 5584"/>
              <a:gd name="p0y12" fmla="*/ 4855 h 5185"/>
              <a:gd name="p0x13" fmla="*/ 0 w 5584"/>
              <a:gd name="p0y13" fmla="*/ 330 h 5185"/>
              <a:gd name="p0x14" fmla="*/ 0 w 5584"/>
              <a:gd name="p0y14" fmla="*/ 147 h 5185"/>
              <a:gd name="p0x15" fmla="*/ 147 w 5584"/>
              <a:gd name="p0y15" fmla="*/ 0 h 5185"/>
              <a:gd name="p0x16" fmla="*/ 330 w 5584"/>
              <a:gd name="p0y16" fmla="*/ 0 h 5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4"/>
            </p:custDataLst>
          </p:nvPr>
        </p:nvSpPr>
        <p:spPr>
          <a:xfrm>
            <a:off x="771525" y="2688879"/>
            <a:ext cx="31558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第一候</a:t>
            </a:r>
            <a:endParaRPr sz="1200" b="1" spc="72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771525" y="2910811"/>
            <a:ext cx="3155899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螳螂生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771525" y="3398491"/>
            <a:ext cx="3048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螳螂感阴气破壳，提示阳气虽盛，阴气已萌动，</a:t>
            </a:r>
            <a:r>
              <a:rPr sz="150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当注意阴阳平衡</a:t>
            </a:r>
            <a:endParaRPr sz="1500" b="1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4322445" y="2493010"/>
            <a:ext cx="3546475" cy="3293110"/>
          </a:xfrm>
          <a:custGeom>
            <a:avLst/>
            <a:gdLst>
              <a:gd name="sw" fmla="*/ 1 w 5585"/>
              <a:gd name="sh" fmla="*/ 1 h 5185"/>
              <a:gd name="mins" fmla="min sw sh"/>
              <a:gd name="dsw" fmla="+- 0 sw mins"/>
              <a:gd name="dsh" fmla="+- 0 sh mins"/>
              <a:gd name="p0x0" fmla="*/ 330 w 5585"/>
              <a:gd name="p0y0" fmla="*/ 0 h 5185"/>
              <a:gd name="p0x1" fmla="*/ 5255 w 5585"/>
              <a:gd name="p0y1" fmla="*/ 0 h 5185"/>
              <a:gd name="p0x2" fmla="*/ 5437 w 5585"/>
              <a:gd name="p0y2" fmla="*/ 0 h 5185"/>
              <a:gd name="p0x3" fmla="*/ 5585 w 5585"/>
              <a:gd name="p0y3" fmla="*/ 147 h 5185"/>
              <a:gd name="p0x4" fmla="*/ 5585 w 5585"/>
              <a:gd name="p0y4" fmla="*/ 330 h 5185"/>
              <a:gd name="p0x5" fmla="*/ 5585 w 5585"/>
              <a:gd name="p0y5" fmla="*/ 4855 h 5185"/>
              <a:gd name="p0x6" fmla="*/ 5585 w 5585"/>
              <a:gd name="p0y6" fmla="*/ 5037 h 5185"/>
              <a:gd name="p0x7" fmla="*/ 5437 w 5585"/>
              <a:gd name="p0y7" fmla="*/ 5185 h 5185"/>
              <a:gd name="p0x8" fmla="*/ 5255 w 5585"/>
              <a:gd name="p0y8" fmla="*/ 5185 h 5185"/>
              <a:gd name="p0x9" fmla="*/ 330 w 5585"/>
              <a:gd name="p0y9" fmla="*/ 5185 h 5185"/>
              <a:gd name="p0x10" fmla="*/ 147 w 5585"/>
              <a:gd name="p0y10" fmla="*/ 5185 h 5185"/>
              <a:gd name="p0x11" fmla="*/ 0 w 5585"/>
              <a:gd name="p0y11" fmla="*/ 5037 h 5185"/>
              <a:gd name="p0x12" fmla="*/ 0 w 5585"/>
              <a:gd name="p0y12" fmla="*/ 4855 h 5185"/>
              <a:gd name="p0x13" fmla="*/ 0 w 5585"/>
              <a:gd name="p0y13" fmla="*/ 330 h 5185"/>
              <a:gd name="p0x14" fmla="*/ 0 w 5585"/>
              <a:gd name="p0y14" fmla="*/ 147 h 5185"/>
              <a:gd name="p0x15" fmla="*/ 147 w 5585"/>
              <a:gd name="p0y15" fmla="*/ 0 h 5185"/>
              <a:gd name="p0x16" fmla="*/ 330 w 5585"/>
              <a:gd name="p0y16" fmla="*/ 0 h 5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4517974" y="2688879"/>
            <a:ext cx="315597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第二候</a:t>
            </a:r>
            <a:endParaRPr sz="1200" b="1" spc="72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9"/>
            </p:custDataLst>
          </p:nvPr>
        </p:nvSpPr>
        <p:spPr>
          <a:xfrm>
            <a:off x="4517974" y="2910811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鵙（</a:t>
            </a:r>
            <a:r>
              <a:rPr lang="en-US" altLang="zh-CN"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j</a:t>
            </a:r>
            <a:r>
              <a:rPr lang="en-US" altLang="en-US"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ú）</a:t>
            </a: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始鸣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4517974" y="3398491"/>
            <a:ext cx="3048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伯劳鸟感阴气而鸣叫，</a:t>
            </a:r>
            <a:r>
              <a:rPr sz="150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湿热已重，人易烦躁、口苦</a:t>
            </a:r>
            <a:endParaRPr sz="1500" b="1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1"/>
            </p:custDataLst>
          </p:nvPr>
        </p:nvSpPr>
        <p:spPr>
          <a:xfrm>
            <a:off x="8068945" y="2493010"/>
            <a:ext cx="3546475" cy="3293110"/>
          </a:xfrm>
          <a:custGeom>
            <a:avLst/>
            <a:gdLst>
              <a:gd name="sw" fmla="*/ 1 w 5585"/>
              <a:gd name="sh" fmla="*/ 1 h 5185"/>
              <a:gd name="mins" fmla="min sw sh"/>
              <a:gd name="dsw" fmla="+- 0 sw mins"/>
              <a:gd name="dsh" fmla="+- 0 sh mins"/>
              <a:gd name="p0x0" fmla="*/ 330 w 5585"/>
              <a:gd name="p0y0" fmla="*/ 0 h 5185"/>
              <a:gd name="p0x1" fmla="*/ 5255 w 5585"/>
              <a:gd name="p0y1" fmla="*/ 0 h 5185"/>
              <a:gd name="p0x2" fmla="*/ 5437 w 5585"/>
              <a:gd name="p0y2" fmla="*/ 0 h 5185"/>
              <a:gd name="p0x3" fmla="*/ 5585 w 5585"/>
              <a:gd name="p0y3" fmla="*/ 147 h 5185"/>
              <a:gd name="p0x4" fmla="*/ 5585 w 5585"/>
              <a:gd name="p0y4" fmla="*/ 330 h 5185"/>
              <a:gd name="p0x5" fmla="*/ 5585 w 5585"/>
              <a:gd name="p0y5" fmla="*/ 4855 h 5185"/>
              <a:gd name="p0x6" fmla="*/ 5585 w 5585"/>
              <a:gd name="p0y6" fmla="*/ 5037 h 5185"/>
              <a:gd name="p0x7" fmla="*/ 5437 w 5585"/>
              <a:gd name="p0y7" fmla="*/ 5185 h 5185"/>
              <a:gd name="p0x8" fmla="*/ 5255 w 5585"/>
              <a:gd name="p0y8" fmla="*/ 5185 h 5185"/>
              <a:gd name="p0x9" fmla="*/ 330 w 5585"/>
              <a:gd name="p0y9" fmla="*/ 5185 h 5185"/>
              <a:gd name="p0x10" fmla="*/ 147 w 5585"/>
              <a:gd name="p0y10" fmla="*/ 5185 h 5185"/>
              <a:gd name="p0x11" fmla="*/ 0 w 5585"/>
              <a:gd name="p0y11" fmla="*/ 5037 h 5185"/>
              <a:gd name="p0x12" fmla="*/ 0 w 5585"/>
              <a:gd name="p0y12" fmla="*/ 4855 h 5185"/>
              <a:gd name="p0x13" fmla="*/ 0 w 5585"/>
              <a:gd name="p0y13" fmla="*/ 330 h 5185"/>
              <a:gd name="p0x14" fmla="*/ 0 w 5585"/>
              <a:gd name="p0y14" fmla="*/ 147 h 5185"/>
              <a:gd name="p0x15" fmla="*/ 147 w 5585"/>
              <a:gd name="p0y15" fmla="*/ 0 h 5185"/>
              <a:gd name="p0x16" fmla="*/ 330 w 5585"/>
              <a:gd name="p0y16" fmla="*/ 0 h 51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8264499" y="2688879"/>
            <a:ext cx="31559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 spc="72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第三候</a:t>
            </a:r>
            <a:endParaRPr sz="1200" b="1" spc="72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8264499" y="2910811"/>
            <a:ext cx="315597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反舌无声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8264499" y="3398491"/>
            <a:ext cx="3048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反舌鸟感阴气停止鸣叫，阳气收敛之势暗藏，</a:t>
            </a:r>
            <a:r>
              <a:rPr sz="150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当避免过度耗散</a:t>
            </a:r>
            <a:endParaRPr sz="1500" b="1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饮食调养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饮食原则与宜忌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1190625"/>
          </a:xfrm>
          <a:custGeom>
            <a:avLst/>
            <a:gdLst>
              <a:gd name="sw" fmla="*/ 1 w 4970"/>
              <a:gd name="sh" fmla="*/ 1 h 1875"/>
              <a:gd name="mins" fmla="min sw sh"/>
              <a:gd name="dsw" fmla="+- 0 sw mins"/>
              <a:gd name="dsh" fmla="+- 0 sh mins"/>
              <a:gd name="p0x0" fmla="*/ 330 w 4970"/>
              <a:gd name="p0y0" fmla="*/ 0 h 1875"/>
              <a:gd name="p0x1" fmla="*/ 4640 w 4970"/>
              <a:gd name="p0y1" fmla="*/ 0 h 1875"/>
              <a:gd name="p0x2" fmla="*/ 4823 w 4970"/>
              <a:gd name="p0y2" fmla="*/ 0 h 1875"/>
              <a:gd name="p0x3" fmla="*/ 4970 w 4970"/>
              <a:gd name="p0y3" fmla="*/ 147 h 1875"/>
              <a:gd name="p0x4" fmla="*/ 4970 w 4970"/>
              <a:gd name="p0y4" fmla="*/ 330 h 1875"/>
              <a:gd name="p0x5" fmla="*/ 4970 w 4970"/>
              <a:gd name="p0y5" fmla="*/ 1545 h 1875"/>
              <a:gd name="p0x6" fmla="*/ 4970 w 4970"/>
              <a:gd name="p0y6" fmla="*/ 1727 h 1875"/>
              <a:gd name="p0x7" fmla="*/ 4823 w 4970"/>
              <a:gd name="p0y7" fmla="*/ 1875 h 1875"/>
              <a:gd name="p0x8" fmla="*/ 4640 w 4970"/>
              <a:gd name="p0y8" fmla="*/ 1875 h 1875"/>
              <a:gd name="p0x9" fmla="*/ 330 w 4970"/>
              <a:gd name="p0y9" fmla="*/ 1875 h 1875"/>
              <a:gd name="p0x10" fmla="*/ 147 w 4970"/>
              <a:gd name="p0y10" fmla="*/ 1875 h 1875"/>
              <a:gd name="p0x11" fmla="*/ 0 w 4970"/>
              <a:gd name="p0y11" fmla="*/ 1727 h 1875"/>
              <a:gd name="p0x12" fmla="*/ 0 w 4970"/>
              <a:gd name="p0y12" fmla="*/ 1545 h 1875"/>
              <a:gd name="p0x13" fmla="*/ 0 w 4970"/>
              <a:gd name="p0y13" fmla="*/ 330 h 1875"/>
              <a:gd name="p0x14" fmla="*/ 0 w 4970"/>
              <a:gd name="p0y14" fmla="*/ 147 h 1875"/>
              <a:gd name="p0x15" fmla="*/ 147 w 4970"/>
              <a:gd name="p0y15" fmla="*/ 0 h 1875"/>
              <a:gd name="p0x16" fmla="*/ 330 w 4970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2433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404" t="-897" r="-1404" b="-897"/>
          <a:stretch>
            <a:fillRect/>
          </a:stretch>
        </p:blipFill>
        <p:spPr>
          <a:xfrm>
            <a:off x="887730" y="1324610"/>
            <a:ext cx="18605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295267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清热利湿，多用甘淡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700974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薏米、赤小豆、绿豆、冬瓜、西瓜、茯苓、白扁豆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499995"/>
            <a:ext cx="3156585" cy="1190625"/>
          </a:xfrm>
          <a:custGeom>
            <a:avLst/>
            <a:gdLst>
              <a:gd name="sw" fmla="*/ 1 w 4970"/>
              <a:gd name="sh" fmla="*/ 1 h 1875"/>
              <a:gd name="mins" fmla="min sw sh"/>
              <a:gd name="dsw" fmla="+- 0 sw mins"/>
              <a:gd name="dsh" fmla="+- 0 sh mins"/>
              <a:gd name="p0x0" fmla="*/ 330 w 4970"/>
              <a:gd name="p0y0" fmla="*/ 0 h 1875"/>
              <a:gd name="p0x1" fmla="*/ 4640 w 4970"/>
              <a:gd name="p0y1" fmla="*/ 0 h 1875"/>
              <a:gd name="p0x2" fmla="*/ 4823 w 4970"/>
              <a:gd name="p0y2" fmla="*/ 0 h 1875"/>
              <a:gd name="p0x3" fmla="*/ 4970 w 4970"/>
              <a:gd name="p0y3" fmla="*/ 147 h 1875"/>
              <a:gd name="p0x4" fmla="*/ 4970 w 4970"/>
              <a:gd name="p0y4" fmla="*/ 330 h 1875"/>
              <a:gd name="p0x5" fmla="*/ 4970 w 4970"/>
              <a:gd name="p0y5" fmla="*/ 1545 h 1875"/>
              <a:gd name="p0x6" fmla="*/ 4970 w 4970"/>
              <a:gd name="p0y6" fmla="*/ 1727 h 1875"/>
              <a:gd name="p0x7" fmla="*/ 4823 w 4970"/>
              <a:gd name="p0y7" fmla="*/ 1875 h 1875"/>
              <a:gd name="p0x8" fmla="*/ 4640 w 4970"/>
              <a:gd name="p0y8" fmla="*/ 1875 h 1875"/>
              <a:gd name="p0x9" fmla="*/ 330 w 4970"/>
              <a:gd name="p0y9" fmla="*/ 1875 h 1875"/>
              <a:gd name="p0x10" fmla="*/ 147 w 4970"/>
              <a:gd name="p0y10" fmla="*/ 1875 h 1875"/>
              <a:gd name="p0x11" fmla="*/ 0 w 4970"/>
              <a:gd name="p0y11" fmla="*/ 1727 h 1875"/>
              <a:gd name="p0x12" fmla="*/ 0 w 4970"/>
              <a:gd name="p0y12" fmla="*/ 1545 h 1875"/>
              <a:gd name="p0x13" fmla="*/ 0 w 4970"/>
              <a:gd name="p0y13" fmla="*/ 330 h 1875"/>
              <a:gd name="p0x14" fmla="*/ 0 w 4970"/>
              <a:gd name="p0y14" fmla="*/ 147 h 1875"/>
              <a:gd name="p0x15" fmla="*/ 147 w 4970"/>
              <a:gd name="p0y15" fmla="*/ 0 h 1875"/>
              <a:gd name="p0x16" fmla="*/ 330 w 4970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6339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857250" y="2715260"/>
            <a:ext cx="247650" cy="25209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304925" y="2685917"/>
            <a:ext cx="2286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苦味清心，适可而止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3091624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苦瓜、莲子心、莴笋、苦菊，可清心火除烦，但过重伤胃气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3890645"/>
            <a:ext cx="3156585" cy="1190625"/>
          </a:xfrm>
          <a:custGeom>
            <a:avLst/>
            <a:gdLst>
              <a:gd name="sw" fmla="*/ 1 w 4970"/>
              <a:gd name="sh" fmla="*/ 1 h 1875"/>
              <a:gd name="mins" fmla="min sw sh"/>
              <a:gd name="dsw" fmla="+- 0 sw mins"/>
              <a:gd name="dsh" fmla="+- 0 sh mins"/>
              <a:gd name="p0x0" fmla="*/ 330 w 4970"/>
              <a:gd name="p0y0" fmla="*/ 0 h 1875"/>
              <a:gd name="p0x1" fmla="*/ 4640 w 4970"/>
              <a:gd name="p0y1" fmla="*/ 0 h 1875"/>
              <a:gd name="p0x2" fmla="*/ 4823 w 4970"/>
              <a:gd name="p0y2" fmla="*/ 0 h 1875"/>
              <a:gd name="p0x3" fmla="*/ 4970 w 4970"/>
              <a:gd name="p0y3" fmla="*/ 147 h 1875"/>
              <a:gd name="p0x4" fmla="*/ 4970 w 4970"/>
              <a:gd name="p0y4" fmla="*/ 330 h 1875"/>
              <a:gd name="p0x5" fmla="*/ 4970 w 4970"/>
              <a:gd name="p0y5" fmla="*/ 1545 h 1875"/>
              <a:gd name="p0x6" fmla="*/ 4970 w 4970"/>
              <a:gd name="p0y6" fmla="*/ 1727 h 1875"/>
              <a:gd name="p0x7" fmla="*/ 4823 w 4970"/>
              <a:gd name="p0y7" fmla="*/ 1875 h 1875"/>
              <a:gd name="p0x8" fmla="*/ 4640 w 4970"/>
              <a:gd name="p0y8" fmla="*/ 1875 h 1875"/>
              <a:gd name="p0x9" fmla="*/ 330 w 4970"/>
              <a:gd name="p0y9" fmla="*/ 1875 h 1875"/>
              <a:gd name="p0x10" fmla="*/ 147 w 4970"/>
              <a:gd name="p0y10" fmla="*/ 1875 h 1875"/>
              <a:gd name="p0x11" fmla="*/ 0 w 4970"/>
              <a:gd name="p0y11" fmla="*/ 1727 h 1875"/>
              <a:gd name="p0x12" fmla="*/ 0 w 4970"/>
              <a:gd name="p0y12" fmla="*/ 1545 h 1875"/>
              <a:gd name="p0x13" fmla="*/ 0 w 4970"/>
              <a:gd name="p0y13" fmla="*/ 330 h 1875"/>
              <a:gd name="p0x14" fmla="*/ 0 w 4970"/>
              <a:gd name="p0y14" fmla="*/ 147 h 1875"/>
              <a:gd name="p0x15" fmla="*/ 147 w 4970"/>
              <a:gd name="p0y15" fmla="*/ 0 h 1875"/>
              <a:gd name="p0x16" fmla="*/ 330 w 4970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40513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4132580"/>
            <a:ext cx="219075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3960181"/>
            <a:ext cx="2232641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辛温化湿，防梅雨困脾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4535176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生姜、紫苏、砂仁、豆蔻、花椒，温中散寒、芳香化湿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5281295"/>
            <a:ext cx="3156585" cy="1190625"/>
          </a:xfrm>
          <a:custGeom>
            <a:avLst/>
            <a:gdLst>
              <a:gd name="sw" fmla="*/ 1 w 4970"/>
              <a:gd name="sh" fmla="*/ 1 h 1875"/>
              <a:gd name="mins" fmla="min sw sh"/>
              <a:gd name="dsw" fmla="+- 0 sw mins"/>
              <a:gd name="dsh" fmla="+- 0 sh mins"/>
              <a:gd name="p0x0" fmla="*/ 330 w 4970"/>
              <a:gd name="p0y0" fmla="*/ 0 h 1875"/>
              <a:gd name="p0x1" fmla="*/ 4640 w 4970"/>
              <a:gd name="p0y1" fmla="*/ 0 h 1875"/>
              <a:gd name="p0x2" fmla="*/ 4823 w 4970"/>
              <a:gd name="p0y2" fmla="*/ 0 h 1875"/>
              <a:gd name="p0x3" fmla="*/ 4970 w 4970"/>
              <a:gd name="p0y3" fmla="*/ 147 h 1875"/>
              <a:gd name="p0x4" fmla="*/ 4970 w 4970"/>
              <a:gd name="p0y4" fmla="*/ 330 h 1875"/>
              <a:gd name="p0x5" fmla="*/ 4970 w 4970"/>
              <a:gd name="p0y5" fmla="*/ 1545 h 1875"/>
              <a:gd name="p0x6" fmla="*/ 4970 w 4970"/>
              <a:gd name="p0y6" fmla="*/ 1727 h 1875"/>
              <a:gd name="p0x7" fmla="*/ 4823 w 4970"/>
              <a:gd name="p0y7" fmla="*/ 1875 h 1875"/>
              <a:gd name="p0x8" fmla="*/ 4640 w 4970"/>
              <a:gd name="p0y8" fmla="*/ 1875 h 1875"/>
              <a:gd name="p0x9" fmla="*/ 330 w 4970"/>
              <a:gd name="p0y9" fmla="*/ 1875 h 1875"/>
              <a:gd name="p0x10" fmla="*/ 147 w 4970"/>
              <a:gd name="p0y10" fmla="*/ 1875 h 1875"/>
              <a:gd name="p0x11" fmla="*/ 0 w 4970"/>
              <a:gd name="p0y11" fmla="*/ 1727 h 1875"/>
              <a:gd name="p0x12" fmla="*/ 0 w 4970"/>
              <a:gd name="p0y12" fmla="*/ 1545 h 1875"/>
              <a:gd name="p0x13" fmla="*/ 0 w 4970"/>
              <a:gd name="p0y13" fmla="*/ 330 h 1875"/>
              <a:gd name="p0x14" fmla="*/ 0 w 4970"/>
              <a:gd name="p0y14" fmla="*/ 147 h 1875"/>
              <a:gd name="p0x15" fmla="*/ 147 w 4970"/>
              <a:gd name="p0y15" fmla="*/ 0 h 1875"/>
              <a:gd name="p0x16" fmla="*/ 330 w 4970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54152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5496560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304925" y="5467217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益气养阴，补汗耗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5872924"/>
            <a:ext cx="27660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西洋参、麦冬、五味子，或番茄、杨梅、桑葚等酸甜水果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3989705" y="110934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184650" y="1320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4874" r="-4874"/>
          <a:stretch>
            <a:fillRect/>
          </a:stretch>
        </p:blipFill>
        <p:spPr>
          <a:xfrm>
            <a:off x="4270375" y="1400810"/>
            <a:ext cx="247650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4718666" y="137161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忌生冷冰镇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4185266" y="183834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损伤脾阳，湿气更难运化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3989705" y="253809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4184650" y="27489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4270375" y="2829560"/>
            <a:ext cx="247650" cy="2527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4718666" y="280036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忌肥甘厚味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4185266" y="326709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助湿生痰，加重困重感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3989705" y="396684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4184650" y="41776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270375" y="4258310"/>
            <a:ext cx="247650" cy="2527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4718666" y="422911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忌盲目进补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4185266" y="469584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温燥之品易助火生热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51"/>
            </p:custDataLst>
          </p:nvPr>
        </p:nvSpPr>
        <p:spPr>
          <a:xfrm>
            <a:off x="3989705" y="5395595"/>
            <a:ext cx="3684270" cy="1076325"/>
          </a:xfrm>
          <a:custGeom>
            <a:avLst/>
            <a:gdLst>
              <a:gd name="sw" fmla="*/ 1 w 5801"/>
              <a:gd name="sh" fmla="*/ 1 h 1695"/>
              <a:gd name="mins" fmla="min sw sh"/>
              <a:gd name="dsw" fmla="+- 0 sw mins"/>
              <a:gd name="dsh" fmla="+- 0 sh mins"/>
              <a:gd name="p0x0" fmla="*/ 330 w 5801"/>
              <a:gd name="p0y0" fmla="*/ 0 h 1695"/>
              <a:gd name="p0x1" fmla="*/ 5471 w 5801"/>
              <a:gd name="p0y1" fmla="*/ 0 h 1695"/>
              <a:gd name="p0x2" fmla="*/ 5654 w 5801"/>
              <a:gd name="p0y2" fmla="*/ 0 h 1695"/>
              <a:gd name="p0x3" fmla="*/ 5801 w 5801"/>
              <a:gd name="p0y3" fmla="*/ 147 h 1695"/>
              <a:gd name="p0x4" fmla="*/ 5801 w 5801"/>
              <a:gd name="p0y4" fmla="*/ 330 h 1695"/>
              <a:gd name="p0x5" fmla="*/ 5801 w 5801"/>
              <a:gd name="p0y5" fmla="*/ 1365 h 1695"/>
              <a:gd name="p0x6" fmla="*/ 5801 w 5801"/>
              <a:gd name="p0y6" fmla="*/ 1547 h 1695"/>
              <a:gd name="p0x7" fmla="*/ 5654 w 5801"/>
              <a:gd name="p0y7" fmla="*/ 1695 h 1695"/>
              <a:gd name="p0x8" fmla="*/ 5471 w 5801"/>
              <a:gd name="p0y8" fmla="*/ 1695 h 1695"/>
              <a:gd name="p0x9" fmla="*/ 330 w 5801"/>
              <a:gd name="p0y9" fmla="*/ 1695 h 1695"/>
              <a:gd name="p0x10" fmla="*/ 147 w 5801"/>
              <a:gd name="p0y10" fmla="*/ 1695 h 1695"/>
              <a:gd name="p0x11" fmla="*/ 0 w 5801"/>
              <a:gd name="p0y11" fmla="*/ 1547 h 1695"/>
              <a:gd name="p0x12" fmla="*/ 0 w 5801"/>
              <a:gd name="p0y12" fmla="*/ 1365 h 1695"/>
              <a:gd name="p0x13" fmla="*/ 0 w 5801"/>
              <a:gd name="p0y13" fmla="*/ 330 h 1695"/>
              <a:gd name="p0x14" fmla="*/ 0 w 5801"/>
              <a:gd name="p0y14" fmla="*/ 147 h 1695"/>
              <a:gd name="p0x15" fmla="*/ 147 w 5801"/>
              <a:gd name="p0y15" fmla="*/ 0 h 1695"/>
              <a:gd name="p0x16" fmla="*/ 330 w 5801"/>
              <a:gd name="p0y16" fmla="*/ 0 h 1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7A3C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4108450" y="56902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t="-3333" b="-3333"/>
          <a:stretch>
            <a:fillRect/>
          </a:stretch>
        </p:blipFill>
        <p:spPr>
          <a:xfrm>
            <a:off x="4165600" y="5747385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6"/>
            </p:custDataLst>
          </p:nvPr>
        </p:nvSpPr>
        <p:spPr>
          <a:xfrm>
            <a:off x="4451966" y="5678862"/>
            <a:ext cx="3103217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</a:rPr>
              <a:t>注意饮食卫生：</a:t>
            </a:r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梅雨季节食物易霉变，不吃隔夜菜，生熟分开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7"/>
            </p:custDataLst>
          </p:nvPr>
        </p:nvSpPr>
        <p:spPr>
          <a:xfrm>
            <a:off x="7931150" y="110934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58"/>
            </p:custDataLst>
          </p:nvPr>
        </p:nvSpPr>
        <p:spPr>
          <a:xfrm>
            <a:off x="8126095" y="13201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226425" y="1400810"/>
            <a:ext cx="219075" cy="25273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62"/>
            </p:custDataLst>
          </p:nvPr>
        </p:nvSpPr>
        <p:spPr>
          <a:xfrm>
            <a:off x="8660082" y="137161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忌生冷冰镇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3"/>
            </p:custDataLst>
          </p:nvPr>
        </p:nvSpPr>
        <p:spPr>
          <a:xfrm>
            <a:off x="8126682" y="183834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损伤脾阳，湿气更难运化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4"/>
            </p:custDataLst>
          </p:nvPr>
        </p:nvSpPr>
        <p:spPr>
          <a:xfrm>
            <a:off x="7931150" y="253809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65"/>
            </p:custDataLst>
          </p:nvPr>
        </p:nvSpPr>
        <p:spPr>
          <a:xfrm>
            <a:off x="8126095" y="27489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l="-2738" t="-97407" r="-2738" b="-97407"/>
          <a:stretch>
            <a:fillRect/>
          </a:stretch>
        </p:blipFill>
        <p:spPr>
          <a:xfrm>
            <a:off x="8195310" y="2829560"/>
            <a:ext cx="281305" cy="2527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69"/>
            </p:custDataLst>
          </p:nvPr>
        </p:nvSpPr>
        <p:spPr>
          <a:xfrm>
            <a:off x="8660082" y="280036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忌肥甘厚味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70"/>
            </p:custDataLst>
          </p:nvPr>
        </p:nvSpPr>
        <p:spPr>
          <a:xfrm>
            <a:off x="8126682" y="326709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助湿生痰，加重困重感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1"/>
            </p:custDataLst>
          </p:nvPr>
        </p:nvSpPr>
        <p:spPr>
          <a:xfrm>
            <a:off x="7931150" y="3966845"/>
            <a:ext cx="3684270" cy="1228725"/>
          </a:xfrm>
          <a:custGeom>
            <a:avLst/>
            <a:gdLst>
              <a:gd name="sw" fmla="*/ 1 w 5801"/>
              <a:gd name="sh" fmla="*/ 1 h 1935"/>
              <a:gd name="mins" fmla="min sw sh"/>
              <a:gd name="dsw" fmla="+- 0 sw mins"/>
              <a:gd name="dsh" fmla="+- 0 sh mins"/>
              <a:gd name="p0x0" fmla="*/ 330 w 5801"/>
              <a:gd name="p0y0" fmla="*/ 0 h 1935"/>
              <a:gd name="p0x1" fmla="*/ 5471 w 5801"/>
              <a:gd name="p0y1" fmla="*/ 0 h 1935"/>
              <a:gd name="p0x2" fmla="*/ 5654 w 5801"/>
              <a:gd name="p0y2" fmla="*/ 0 h 1935"/>
              <a:gd name="p0x3" fmla="*/ 5801 w 5801"/>
              <a:gd name="p0y3" fmla="*/ 147 h 1935"/>
              <a:gd name="p0x4" fmla="*/ 5801 w 5801"/>
              <a:gd name="p0y4" fmla="*/ 330 h 1935"/>
              <a:gd name="p0x5" fmla="*/ 5801 w 5801"/>
              <a:gd name="p0y5" fmla="*/ 1605 h 1935"/>
              <a:gd name="p0x6" fmla="*/ 5801 w 5801"/>
              <a:gd name="p0y6" fmla="*/ 1787 h 1935"/>
              <a:gd name="p0x7" fmla="*/ 5654 w 5801"/>
              <a:gd name="p0y7" fmla="*/ 1935 h 1935"/>
              <a:gd name="p0x8" fmla="*/ 5471 w 5801"/>
              <a:gd name="p0y8" fmla="*/ 1935 h 1935"/>
              <a:gd name="p0x9" fmla="*/ 330 w 5801"/>
              <a:gd name="p0y9" fmla="*/ 1935 h 1935"/>
              <a:gd name="p0x10" fmla="*/ 147 w 5801"/>
              <a:gd name="p0y10" fmla="*/ 1935 h 1935"/>
              <a:gd name="p0x11" fmla="*/ 0 w 5801"/>
              <a:gd name="p0y11" fmla="*/ 1787 h 1935"/>
              <a:gd name="p0x12" fmla="*/ 0 w 5801"/>
              <a:gd name="p0y12" fmla="*/ 1605 h 1935"/>
              <a:gd name="p0x13" fmla="*/ 0 w 5801"/>
              <a:gd name="p0y13" fmla="*/ 330 h 1935"/>
              <a:gd name="p0x14" fmla="*/ 0 w 5801"/>
              <a:gd name="p0y14" fmla="*/ 147 h 1935"/>
              <a:gd name="p0x15" fmla="*/ 147 w 5801"/>
              <a:gd name="p0y15" fmla="*/ 0 h 1935"/>
              <a:gd name="p0x16" fmla="*/ 330 w 5801"/>
              <a:gd name="p0y16" fmla="*/ 0 h 19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72"/>
            </p:custDataLst>
          </p:nvPr>
        </p:nvSpPr>
        <p:spPr>
          <a:xfrm>
            <a:off x="8126095" y="41776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2308" r="-2308"/>
          <a:stretch>
            <a:fillRect/>
          </a:stretch>
        </p:blipFill>
        <p:spPr>
          <a:xfrm>
            <a:off x="8242935" y="4258310"/>
            <a:ext cx="186055" cy="2527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6"/>
            </p:custDataLst>
          </p:nvPr>
        </p:nvSpPr>
        <p:spPr>
          <a:xfrm>
            <a:off x="8660082" y="4229119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忌盲目进补</a:t>
            </a:r>
            <a:endParaRPr b="1">
              <a:solidFill>
                <a:srgbClr val="38904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77"/>
            </p:custDataLst>
          </p:nvPr>
        </p:nvSpPr>
        <p:spPr>
          <a:xfrm>
            <a:off x="8126682" y="4695844"/>
            <a:ext cx="32937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温燥之品易助火生热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78"/>
            </p:custDataLst>
          </p:nvPr>
        </p:nvSpPr>
        <p:spPr>
          <a:xfrm>
            <a:off x="7931150" y="5395595"/>
            <a:ext cx="3684270" cy="1076325"/>
          </a:xfrm>
          <a:custGeom>
            <a:avLst/>
            <a:gdLst>
              <a:gd name="sw" fmla="*/ 1 w 5801"/>
              <a:gd name="sh" fmla="*/ 1 h 1695"/>
              <a:gd name="mins" fmla="min sw sh"/>
              <a:gd name="dsw" fmla="+- 0 sw mins"/>
              <a:gd name="dsh" fmla="+- 0 sh mins"/>
              <a:gd name="p0x0" fmla="*/ 330 w 5801"/>
              <a:gd name="p0y0" fmla="*/ 0 h 1695"/>
              <a:gd name="p0x1" fmla="*/ 5471 w 5801"/>
              <a:gd name="p0y1" fmla="*/ 0 h 1695"/>
              <a:gd name="p0x2" fmla="*/ 5654 w 5801"/>
              <a:gd name="p0y2" fmla="*/ 0 h 1695"/>
              <a:gd name="p0x3" fmla="*/ 5801 w 5801"/>
              <a:gd name="p0y3" fmla="*/ 147 h 1695"/>
              <a:gd name="p0x4" fmla="*/ 5801 w 5801"/>
              <a:gd name="p0y4" fmla="*/ 330 h 1695"/>
              <a:gd name="p0x5" fmla="*/ 5801 w 5801"/>
              <a:gd name="p0y5" fmla="*/ 1365 h 1695"/>
              <a:gd name="p0x6" fmla="*/ 5801 w 5801"/>
              <a:gd name="p0y6" fmla="*/ 1547 h 1695"/>
              <a:gd name="p0x7" fmla="*/ 5654 w 5801"/>
              <a:gd name="p0y7" fmla="*/ 1695 h 1695"/>
              <a:gd name="p0x8" fmla="*/ 5471 w 5801"/>
              <a:gd name="p0y8" fmla="*/ 1695 h 1695"/>
              <a:gd name="p0x9" fmla="*/ 330 w 5801"/>
              <a:gd name="p0y9" fmla="*/ 1695 h 1695"/>
              <a:gd name="p0x10" fmla="*/ 147 w 5801"/>
              <a:gd name="p0y10" fmla="*/ 1695 h 1695"/>
              <a:gd name="p0x11" fmla="*/ 0 w 5801"/>
              <a:gd name="p0y11" fmla="*/ 1547 h 1695"/>
              <a:gd name="p0x12" fmla="*/ 0 w 5801"/>
              <a:gd name="p0y12" fmla="*/ 1365 h 1695"/>
              <a:gd name="p0x13" fmla="*/ 0 w 5801"/>
              <a:gd name="p0y13" fmla="*/ 330 h 1695"/>
              <a:gd name="p0x14" fmla="*/ 0 w 5801"/>
              <a:gd name="p0y14" fmla="*/ 147 h 1695"/>
              <a:gd name="p0x15" fmla="*/ 147 w 5801"/>
              <a:gd name="p0y15" fmla="*/ 0 h 1695"/>
              <a:gd name="p0x16" fmla="*/ 330 w 5801"/>
              <a:gd name="p0y16" fmla="*/ 0 h 1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7A3C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79"/>
            </p:custDataLst>
          </p:nvPr>
        </p:nvSpPr>
        <p:spPr>
          <a:xfrm>
            <a:off x="8049895" y="56902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>
            <a:fillRect/>
          </a:stretch>
        </p:blipFill>
        <p:spPr>
          <a:xfrm>
            <a:off x="8087995" y="5747385"/>
            <a:ext cx="19050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83"/>
            </p:custDataLst>
          </p:nvPr>
        </p:nvSpPr>
        <p:spPr>
          <a:xfrm>
            <a:off x="8393382" y="5678862"/>
            <a:ext cx="3103217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</a:rPr>
              <a:t>注意饮食卫生：</a:t>
            </a:r>
            <a:r>
              <a:rPr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梅雨季节食物易霉变，不吃隔夜菜，生熟分开</a:t>
            </a:r>
            <a:endParaRPr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推荐食谱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571500" y="1123950"/>
          <a:ext cx="11049000" cy="5353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4972050"/>
                <a:gridCol w="3867150"/>
              </a:tblGrid>
              <a:tr h="440977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食谱</a:t>
                      </a:r>
                      <a:endParaRPr sz="1350" b="1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AD9C9"/>
                      </a:solidFill>
                      <a:prstDash val="solid"/>
                    </a:lnT>
                    <a:lnB w="9525">
                      <a:solidFill>
                        <a:srgbClr val="BAD9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主要食材</a:t>
                      </a:r>
                      <a:endParaRPr sz="1350" b="1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AD9C9"/>
                      </a:solidFill>
                      <a:prstDash val="solid"/>
                    </a:lnT>
                    <a:lnB w="9525">
                      <a:solidFill>
                        <a:srgbClr val="BAD9C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功效</a:t>
                      </a:r>
                      <a:endParaRPr sz="1350" b="1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BAD9C9"/>
                      </a:solidFill>
                      <a:prstDash val="solid"/>
                    </a:lnT>
                    <a:lnB w="9525">
                      <a:solidFill>
                        <a:srgbClr val="BAD9C9"/>
                      </a:solidFill>
                      <a:prstDash val="solid"/>
                    </a:lnB>
                    <a:noFill/>
                  </a:tcPr>
                </a:tc>
              </a:tr>
              <a:tr h="1231258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绿豆薏米粥</a:t>
                      </a:r>
                      <a:endParaRPr sz="1415" b="1" spc="-14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BAD9C9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绿豆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克、薏米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克、粳米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</a:t>
                      </a:r>
                      <a:endParaRPr lang="zh-CN" altLang="en-US"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BAD9C9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清热利湿，消暑解毒</a:t>
                      </a:r>
                      <a:endParaRPr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BAD9C9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18085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酸梅生姜饮</a:t>
                      </a:r>
                      <a:endParaRPr sz="1415" b="1" spc="-14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乌梅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克、山楂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克、甘草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克、生姜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片</a:t>
                      </a:r>
                      <a:endParaRPr lang="zh-CN" altLang="en-US"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生津止渴，温中化湿</a:t>
                      </a:r>
                      <a:endParaRPr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18085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苦瓜炒鸡蛋</a:t>
                      </a:r>
                      <a:endParaRPr sz="1415" b="1" spc="-14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苦瓜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根、鸡蛋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</a:t>
                      </a:r>
                      <a:endParaRPr lang="zh-CN" altLang="en-US"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清心明目，泻火除烦</a:t>
                      </a:r>
                      <a:endParaRPr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44650">
                <a:tc>
                  <a:txBody>
                    <a:bodyPr wrap="square"/>
                    <a:p>
                      <a:pPr algn="l"/>
                      <a:r>
                        <a:rPr sz="1415" b="1" spc="-14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冬瓜薏米排骨汤</a:t>
                      </a:r>
                      <a:endParaRPr sz="1415" b="1" spc="-14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BAD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冬瓜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克、薏米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克、排骨</a:t>
                      </a:r>
                      <a:r>
                        <a:rPr lang="en-US" altLang="zh-CN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r>
                        <a:rPr lang="zh-CN" altLang="en-US"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克</a:t>
                      </a:r>
                      <a:endParaRPr lang="zh-CN" altLang="en-US"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BAD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3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健脾利湿，清热解暑</a:t>
                      </a:r>
                      <a:endParaRPr sz="1350" b="0">
                        <a:solidFill>
                          <a:srgbClr val="293D2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BAD9C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起居与情志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起居调养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330 w 5303"/>
              <a:gd name="p0y0" fmla="*/ 0 h 8445"/>
              <a:gd name="p0x1" fmla="*/ 4973 w 5303"/>
              <a:gd name="p0y1" fmla="*/ 0 h 8445"/>
              <a:gd name="p0x2" fmla="*/ 5155 w 5303"/>
              <a:gd name="p0y2" fmla="*/ 0 h 8445"/>
              <a:gd name="p0x3" fmla="*/ 5303 w 5303"/>
              <a:gd name="p0y3" fmla="*/ 147 h 8445"/>
              <a:gd name="p0x4" fmla="*/ 5303 w 5303"/>
              <a:gd name="p0y4" fmla="*/ 330 h 8445"/>
              <a:gd name="p0x5" fmla="*/ 5303 w 5303"/>
              <a:gd name="p0y5" fmla="*/ 8115 h 8445"/>
              <a:gd name="p0x6" fmla="*/ 5303 w 5303"/>
              <a:gd name="p0y6" fmla="*/ 8297 h 8445"/>
              <a:gd name="p0x7" fmla="*/ 5155 w 5303"/>
              <a:gd name="p0y7" fmla="*/ 8445 h 8445"/>
              <a:gd name="p0x8" fmla="*/ 4973 w 5303"/>
              <a:gd name="p0y8" fmla="*/ 8445 h 8445"/>
              <a:gd name="p0x9" fmla="*/ 330 w 5303"/>
              <a:gd name="p0y9" fmla="*/ 8445 h 8445"/>
              <a:gd name="p0x10" fmla="*/ 147 w 5303"/>
              <a:gd name="p0y10" fmla="*/ 8445 h 8445"/>
              <a:gd name="p0x11" fmla="*/ 0 w 5303"/>
              <a:gd name="p0y11" fmla="*/ 8297 h 8445"/>
              <a:gd name="p0x12" fmla="*/ 0 w 5303"/>
              <a:gd name="p0y12" fmla="*/ 8115 h 8445"/>
              <a:gd name="p0x13" fmla="*/ 0 w 5303"/>
              <a:gd name="p0y13" fmla="*/ 330 h 8445"/>
              <a:gd name="p0x14" fmla="*/ 0 w 5303"/>
              <a:gd name="p0y14" fmla="*/ 147 h 8445"/>
              <a:gd name="p0x15" fmla="*/ 147 w 5303"/>
              <a:gd name="p0y15" fmla="*/ 0 h 8445"/>
              <a:gd name="p0x16" fmla="*/ 330 w 530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26860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1905" t="-3067" r="-11905" b="-3067"/>
          <a:stretch>
            <a:fillRect/>
          </a:stretch>
        </p:blipFill>
        <p:spPr>
          <a:xfrm>
            <a:off x="857250" y="27666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27127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作息规律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2766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7143" b="-7143"/>
          <a:stretch>
            <a:fillRect/>
          </a:stretch>
        </p:blipFill>
        <p:spPr>
          <a:xfrm>
            <a:off x="819150" y="3333750"/>
            <a:ext cx="17145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114425" y="3243263"/>
            <a:ext cx="2634253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夜卧早起</a:t>
            </a:r>
            <a:r>
              <a:rPr 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，晚睡不超亥时（</a:t>
            </a:r>
            <a:r>
              <a:rPr lang="en-US" alt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r>
              <a:rPr lang="zh-CN" alt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点前），早起迎阳</a:t>
            </a:r>
            <a:endParaRPr lang="zh-CN" altLang="en-US" sz="150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40005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828675" y="4057650"/>
            <a:ext cx="152400" cy="1524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114425" y="3967163"/>
            <a:ext cx="2634253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午时小憩</a:t>
            </a:r>
            <a:r>
              <a:rPr 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15-30</a:t>
            </a:r>
            <a:r>
              <a:rPr lang="zh-CN" alt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分钟，养心血、缓解</a:t>
            </a:r>
            <a:r>
              <a:rPr lang="en-US" alt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夏打盹</a:t>
            </a:r>
            <a:r>
              <a:rPr lang="en-US" alt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，切忌过久反致昏沉</a:t>
            </a:r>
            <a:endParaRPr lang="zh-CN" altLang="en-US" sz="150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4200525" y="1109345"/>
            <a:ext cx="3790315" cy="5362575"/>
          </a:xfrm>
          <a:custGeom>
            <a:avLst/>
            <a:gdLst>
              <a:gd name="sw" fmla="*/ 1 w 5968"/>
              <a:gd name="sh" fmla="*/ 1 h 8445"/>
              <a:gd name="mins" fmla="min sw sh"/>
              <a:gd name="dsw" fmla="+- 0 sw mins"/>
              <a:gd name="dsh" fmla="+- 0 sh mins"/>
              <a:gd name="p0x0" fmla="*/ 330 w 5968"/>
              <a:gd name="p0y0" fmla="*/ 0 h 8445"/>
              <a:gd name="p0x1" fmla="*/ 5638 w 5968"/>
              <a:gd name="p0y1" fmla="*/ 0 h 8445"/>
              <a:gd name="p0x2" fmla="*/ 5820 w 5968"/>
              <a:gd name="p0y2" fmla="*/ 0 h 8445"/>
              <a:gd name="p0x3" fmla="*/ 5968 w 5968"/>
              <a:gd name="p0y3" fmla="*/ 147 h 8445"/>
              <a:gd name="p0x4" fmla="*/ 5968 w 5968"/>
              <a:gd name="p0y4" fmla="*/ 330 h 8445"/>
              <a:gd name="p0x5" fmla="*/ 5968 w 5968"/>
              <a:gd name="p0y5" fmla="*/ 8115 h 8445"/>
              <a:gd name="p0x6" fmla="*/ 5968 w 5968"/>
              <a:gd name="p0y6" fmla="*/ 8297 h 8445"/>
              <a:gd name="p0x7" fmla="*/ 5820 w 5968"/>
              <a:gd name="p0y7" fmla="*/ 8445 h 8445"/>
              <a:gd name="p0x8" fmla="*/ 5638 w 5968"/>
              <a:gd name="p0y8" fmla="*/ 8445 h 8445"/>
              <a:gd name="p0x9" fmla="*/ 330 w 5968"/>
              <a:gd name="p0y9" fmla="*/ 8445 h 8445"/>
              <a:gd name="p0x10" fmla="*/ 147 w 5968"/>
              <a:gd name="p0y10" fmla="*/ 8445 h 8445"/>
              <a:gd name="p0x11" fmla="*/ 0 w 5968"/>
              <a:gd name="p0y11" fmla="*/ 8297 h 8445"/>
              <a:gd name="p0x12" fmla="*/ 0 w 5968"/>
              <a:gd name="p0y12" fmla="*/ 8115 h 8445"/>
              <a:gd name="p0x13" fmla="*/ 0 w 5968"/>
              <a:gd name="p0y13" fmla="*/ 330 h 8445"/>
              <a:gd name="p0x14" fmla="*/ 0 w 5968"/>
              <a:gd name="p0y14" fmla="*/ 147 h 8445"/>
              <a:gd name="p0x15" fmla="*/ 147 w 5968"/>
              <a:gd name="p0y15" fmla="*/ 0 h 8445"/>
              <a:gd name="p0x16" fmla="*/ 330 w 5968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7A3C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4396105" y="24765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5528" r="-5528"/>
          <a:stretch>
            <a:fillRect/>
          </a:stretch>
        </p:blipFill>
        <p:spPr>
          <a:xfrm>
            <a:off x="4465320" y="2557145"/>
            <a:ext cx="28067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4929787" y="250317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防湿防霉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4396105" y="30670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4453255" y="3124200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8"/>
            </p:custDataLst>
          </p:nvPr>
        </p:nvSpPr>
        <p:spPr>
          <a:xfrm>
            <a:off x="4739287" y="3033713"/>
            <a:ext cx="305641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梅雨天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用除湿机或空调除湿模式，被褥勤晾晒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9"/>
            </p:custDataLst>
          </p:nvPr>
        </p:nvSpPr>
        <p:spPr>
          <a:xfrm>
            <a:off x="4396105" y="3790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632" t="-3333" r="-2632" b="-3333"/>
          <a:stretch>
            <a:fillRect/>
          </a:stretch>
        </p:blipFill>
        <p:spPr>
          <a:xfrm>
            <a:off x="4434205" y="3848100"/>
            <a:ext cx="190500" cy="1524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4739287" y="3757613"/>
            <a:ext cx="305641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衣物汗湿及时更换，穿透气棉麻材质，避免湿疹、痱子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4"/>
            </p:custDataLst>
          </p:nvPr>
        </p:nvSpPr>
        <p:spPr>
          <a:xfrm>
            <a:off x="4396105" y="45148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3125" r="-3125"/>
          <a:stretch>
            <a:fillRect/>
          </a:stretch>
        </p:blipFill>
        <p:spPr>
          <a:xfrm>
            <a:off x="4453255" y="4572000"/>
            <a:ext cx="152400" cy="15240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8"/>
            </p:custDataLst>
          </p:nvPr>
        </p:nvSpPr>
        <p:spPr>
          <a:xfrm>
            <a:off x="4739287" y="4481513"/>
            <a:ext cx="305641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雨天外出勿淋雨，淋雨后擦干、喝姜汤驱寒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9"/>
            </p:custDataLst>
          </p:nvPr>
        </p:nvSpPr>
        <p:spPr>
          <a:xfrm>
            <a:off x="8248015" y="110934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330 w 5303"/>
              <a:gd name="p0y0" fmla="*/ 0 h 8445"/>
              <a:gd name="p0x1" fmla="*/ 4973 w 5303"/>
              <a:gd name="p0y1" fmla="*/ 0 h 8445"/>
              <a:gd name="p0x2" fmla="*/ 5155 w 5303"/>
              <a:gd name="p0y2" fmla="*/ 0 h 8445"/>
              <a:gd name="p0x3" fmla="*/ 5303 w 5303"/>
              <a:gd name="p0y3" fmla="*/ 147 h 8445"/>
              <a:gd name="p0x4" fmla="*/ 5303 w 5303"/>
              <a:gd name="p0y4" fmla="*/ 330 h 8445"/>
              <a:gd name="p0x5" fmla="*/ 5303 w 5303"/>
              <a:gd name="p0y5" fmla="*/ 8115 h 8445"/>
              <a:gd name="p0x6" fmla="*/ 5303 w 5303"/>
              <a:gd name="p0y6" fmla="*/ 8297 h 8445"/>
              <a:gd name="p0x7" fmla="*/ 5155 w 5303"/>
              <a:gd name="p0y7" fmla="*/ 8445 h 8445"/>
              <a:gd name="p0x8" fmla="*/ 4973 w 5303"/>
              <a:gd name="p0y8" fmla="*/ 8445 h 8445"/>
              <a:gd name="p0x9" fmla="*/ 330 w 5303"/>
              <a:gd name="p0y9" fmla="*/ 8445 h 8445"/>
              <a:gd name="p0x10" fmla="*/ 147 w 5303"/>
              <a:gd name="p0y10" fmla="*/ 8445 h 8445"/>
              <a:gd name="p0x11" fmla="*/ 0 w 5303"/>
              <a:gd name="p0y11" fmla="*/ 8297 h 8445"/>
              <a:gd name="p0x12" fmla="*/ 0 w 5303"/>
              <a:gd name="p0y12" fmla="*/ 8115 h 8445"/>
              <a:gd name="p0x13" fmla="*/ 0 w 5303"/>
              <a:gd name="p0y13" fmla="*/ 330 h 8445"/>
              <a:gd name="p0x14" fmla="*/ 0 w 5303"/>
              <a:gd name="p0y14" fmla="*/ 147 h 8445"/>
              <a:gd name="p0x15" fmla="*/ 147 w 5303"/>
              <a:gd name="p0y15" fmla="*/ 0 h 8445"/>
              <a:gd name="p0x16" fmla="*/ 330 w 530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40"/>
            </p:custDataLst>
          </p:nvPr>
        </p:nvSpPr>
        <p:spPr>
          <a:xfrm>
            <a:off x="8442960" y="2381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4874" r="-4874"/>
          <a:stretch>
            <a:fillRect/>
          </a:stretch>
        </p:blipFill>
        <p:spPr>
          <a:xfrm>
            <a:off x="8528685" y="2461895"/>
            <a:ext cx="247650" cy="2527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4"/>
            </p:custDataLst>
          </p:nvPr>
        </p:nvSpPr>
        <p:spPr>
          <a:xfrm>
            <a:off x="8976789" y="240792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合理用空调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5"/>
            </p:custDataLst>
          </p:nvPr>
        </p:nvSpPr>
        <p:spPr>
          <a:xfrm>
            <a:off x="8442960" y="29718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5556" r="-5556"/>
          <a:stretch>
            <a:fillRect/>
          </a:stretch>
        </p:blipFill>
        <p:spPr>
          <a:xfrm>
            <a:off x="8528685" y="3028950"/>
            <a:ext cx="95250" cy="1524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9"/>
            </p:custDataLst>
          </p:nvPr>
        </p:nvSpPr>
        <p:spPr>
          <a:xfrm>
            <a:off x="8786289" y="2938463"/>
            <a:ext cx="2634253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温度</a:t>
            </a: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26-27℃</a:t>
            </a:r>
            <a:r>
              <a:rPr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，风口向上，避免直吹头颈、腰背；满身大汗待汗消后再入空调房，夜间可定时关闭或开窗通风</a:t>
            </a:r>
            <a:endParaRPr sz="150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50"/>
            </p:custDataLst>
          </p:nvPr>
        </p:nvSpPr>
        <p:spPr>
          <a:xfrm>
            <a:off x="8442960" y="43053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>
            <a:fillRect/>
          </a:stretch>
        </p:blipFill>
        <p:spPr>
          <a:xfrm>
            <a:off x="8500110" y="4362450"/>
            <a:ext cx="15240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54"/>
            </p:custDataLst>
          </p:nvPr>
        </p:nvSpPr>
        <p:spPr>
          <a:xfrm>
            <a:off x="8786289" y="4271963"/>
            <a:ext cx="2634253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洗澡注意：</a:t>
            </a:r>
            <a:r>
              <a:rPr 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温水洗澡疏通腠理、祛除湿气，大汗后忌立即冲冷水，休息</a:t>
            </a:r>
            <a:r>
              <a:rPr lang="en-US" altLang="zh-CN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500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分钟再用温水</a:t>
            </a:r>
            <a:endParaRPr lang="zh-CN" altLang="en-US" sz="1500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情志调养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"/>
            </p:custDataLst>
          </p:nvPr>
        </p:nvSpPr>
        <p:spPr>
          <a:xfrm>
            <a:off x="5689600" y="1104900"/>
            <a:ext cx="5930900" cy="1047750"/>
          </a:xfrm>
          <a:custGeom>
            <a:avLst/>
            <a:gdLst>
              <a:gd name="sw" fmla="*/ 1 w 9339"/>
              <a:gd name="sh" fmla="*/ 1 h 1650"/>
              <a:gd name="mins" fmla="min sw sh"/>
              <a:gd name="dsw" fmla="+- 0 sw mins"/>
              <a:gd name="dsh" fmla="+- 0 sh mins"/>
              <a:gd name="p0x0" fmla="*/ 330 w 9339"/>
              <a:gd name="p0y0" fmla="*/ 0 h 1650"/>
              <a:gd name="p0x1" fmla="*/ 9009 w 9339"/>
              <a:gd name="p0y1" fmla="*/ 0 h 1650"/>
              <a:gd name="p0x2" fmla="*/ 9191 w 9339"/>
              <a:gd name="p0y2" fmla="*/ 0 h 1650"/>
              <a:gd name="p0x3" fmla="*/ 9339 w 9339"/>
              <a:gd name="p0y3" fmla="*/ 147 h 1650"/>
              <a:gd name="p0x4" fmla="*/ 9339 w 9339"/>
              <a:gd name="p0y4" fmla="*/ 330 h 1650"/>
              <a:gd name="p0x5" fmla="*/ 9339 w 9339"/>
              <a:gd name="p0y5" fmla="*/ 1320 h 1650"/>
              <a:gd name="p0x6" fmla="*/ 9339 w 9339"/>
              <a:gd name="p0y6" fmla="*/ 1502 h 1650"/>
              <a:gd name="p0x7" fmla="*/ 9191 w 9339"/>
              <a:gd name="p0y7" fmla="*/ 1650 h 1650"/>
              <a:gd name="p0x8" fmla="*/ 9009 w 9339"/>
              <a:gd name="p0y8" fmla="*/ 1650 h 1650"/>
              <a:gd name="p0x9" fmla="*/ 330 w 9339"/>
              <a:gd name="p0y9" fmla="*/ 1650 h 1650"/>
              <a:gd name="p0x10" fmla="*/ 147 w 9339"/>
              <a:gd name="p0y10" fmla="*/ 1650 h 1650"/>
              <a:gd name="p0x11" fmla="*/ 0 w 9339"/>
              <a:gd name="p0y11" fmla="*/ 1502 h 1650"/>
              <a:gd name="p0x12" fmla="*/ 0 w 9339"/>
              <a:gd name="p0y12" fmla="*/ 1320 h 1650"/>
              <a:gd name="p0x13" fmla="*/ 0 w 9339"/>
              <a:gd name="p0y13" fmla="*/ 330 h 1650"/>
              <a:gd name="p0x14" fmla="*/ 0 w 9339"/>
              <a:gd name="p0y14" fmla="*/ 147 h 1650"/>
              <a:gd name="p0x15" fmla="*/ 147 w 9339"/>
              <a:gd name="p0y15" fmla="*/ 0 h 1650"/>
              <a:gd name="p0x16" fmla="*/ 330 w 9339"/>
              <a:gd name="p0y16" fmla="*/ 0 h 16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2E7A3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3"/>
            </p:custDataLst>
          </p:nvPr>
        </p:nvSpPr>
        <p:spPr>
          <a:xfrm>
            <a:off x="5988320" y="1279207"/>
            <a:ext cx="5334000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梅雨缠绵，气压偏低，人易烦躁、郁闷。</a:t>
            </a:r>
            <a:r>
              <a:rPr lang="zh-CN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情志当以</a:t>
            </a:r>
            <a:r>
              <a:rPr lang="en-US" altLang="zh-CN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</a:t>
            </a:r>
            <a:r>
              <a:rPr lang="en-US" altLang="zh-CN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lang="en-US" altLang="zh-CN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躁</a:t>
            </a:r>
            <a:r>
              <a:rPr lang="en-US" altLang="zh-CN" sz="2100" b="1">
                <a:solidFill>
                  <a:srgbClr val="F2CD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2100" b="1">
              <a:solidFill>
                <a:srgbClr val="F2CD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575945" y="1109345"/>
            <a:ext cx="4842510" cy="119062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330 w 7625"/>
              <a:gd name="p0y0" fmla="*/ 0 h 1875"/>
              <a:gd name="p0x1" fmla="*/ 7295 w 7625"/>
              <a:gd name="p0y1" fmla="*/ 0 h 1875"/>
              <a:gd name="p0x2" fmla="*/ 7478 w 7625"/>
              <a:gd name="p0y2" fmla="*/ 0 h 1875"/>
              <a:gd name="p0x3" fmla="*/ 7625 w 7625"/>
              <a:gd name="p0y3" fmla="*/ 147 h 1875"/>
              <a:gd name="p0x4" fmla="*/ 7625 w 7625"/>
              <a:gd name="p0y4" fmla="*/ 330 h 1875"/>
              <a:gd name="p0x5" fmla="*/ 7625 w 7625"/>
              <a:gd name="p0y5" fmla="*/ 1545 h 1875"/>
              <a:gd name="p0x6" fmla="*/ 7625 w 7625"/>
              <a:gd name="p0y6" fmla="*/ 1727 h 1875"/>
              <a:gd name="p0x7" fmla="*/ 7478 w 7625"/>
              <a:gd name="p0y7" fmla="*/ 1875 h 1875"/>
              <a:gd name="p0x8" fmla="*/ 7295 w 7625"/>
              <a:gd name="p0y8" fmla="*/ 1875 h 1875"/>
              <a:gd name="p0x9" fmla="*/ 330 w 7625"/>
              <a:gd name="p0y9" fmla="*/ 1875 h 1875"/>
              <a:gd name="p0x10" fmla="*/ 147 w 7625"/>
              <a:gd name="p0y10" fmla="*/ 1875 h 1875"/>
              <a:gd name="p0x11" fmla="*/ 0 w 7625"/>
              <a:gd name="p0y11" fmla="*/ 1727 h 1875"/>
              <a:gd name="p0x12" fmla="*/ 0 w 7625"/>
              <a:gd name="p0y12" fmla="*/ 1545 h 1875"/>
              <a:gd name="p0x13" fmla="*/ 0 w 7625"/>
              <a:gd name="p0y13" fmla="*/ 330 h 1875"/>
              <a:gd name="p0x14" fmla="*/ 0 w 7625"/>
              <a:gd name="p0y14" fmla="*/ 147 h 1875"/>
              <a:gd name="p0x15" fmla="*/ 147 w 7625"/>
              <a:gd name="p0y15" fmla="*/ 0 h 1875"/>
              <a:gd name="p0x16" fmla="*/ 33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5"/>
            </p:custDataLst>
          </p:nvPr>
        </p:nvSpPr>
        <p:spPr>
          <a:xfrm>
            <a:off x="771525" y="1495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40105" y="1576070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9"/>
            </p:custDataLst>
          </p:nvPr>
        </p:nvSpPr>
        <p:spPr>
          <a:xfrm>
            <a:off x="1343025" y="1253519"/>
            <a:ext cx="38804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静坐调息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0"/>
            </p:custDataLst>
          </p:nvPr>
        </p:nvSpPr>
        <p:spPr>
          <a:xfrm>
            <a:off x="1343025" y="1577369"/>
            <a:ext cx="38804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每日晨起或午后，闭目静坐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5-10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分钟，深呼吸，意守丹田</a:t>
            </a:r>
            <a:endParaRPr lang="zh-CN" altLang="en-US"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575945" y="2499995"/>
            <a:ext cx="4842510" cy="119062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330 w 7625"/>
              <a:gd name="p0y0" fmla="*/ 0 h 1875"/>
              <a:gd name="p0x1" fmla="*/ 7295 w 7625"/>
              <a:gd name="p0y1" fmla="*/ 0 h 1875"/>
              <a:gd name="p0x2" fmla="*/ 7478 w 7625"/>
              <a:gd name="p0y2" fmla="*/ 0 h 1875"/>
              <a:gd name="p0x3" fmla="*/ 7625 w 7625"/>
              <a:gd name="p0y3" fmla="*/ 147 h 1875"/>
              <a:gd name="p0x4" fmla="*/ 7625 w 7625"/>
              <a:gd name="p0y4" fmla="*/ 330 h 1875"/>
              <a:gd name="p0x5" fmla="*/ 7625 w 7625"/>
              <a:gd name="p0y5" fmla="*/ 1545 h 1875"/>
              <a:gd name="p0x6" fmla="*/ 7625 w 7625"/>
              <a:gd name="p0y6" fmla="*/ 1727 h 1875"/>
              <a:gd name="p0x7" fmla="*/ 7478 w 7625"/>
              <a:gd name="p0y7" fmla="*/ 1875 h 1875"/>
              <a:gd name="p0x8" fmla="*/ 7295 w 7625"/>
              <a:gd name="p0y8" fmla="*/ 1875 h 1875"/>
              <a:gd name="p0x9" fmla="*/ 330 w 7625"/>
              <a:gd name="p0y9" fmla="*/ 1875 h 1875"/>
              <a:gd name="p0x10" fmla="*/ 147 w 7625"/>
              <a:gd name="p0y10" fmla="*/ 1875 h 1875"/>
              <a:gd name="p0x11" fmla="*/ 0 w 7625"/>
              <a:gd name="p0y11" fmla="*/ 1727 h 1875"/>
              <a:gd name="p0x12" fmla="*/ 0 w 7625"/>
              <a:gd name="p0y12" fmla="*/ 1545 h 1875"/>
              <a:gd name="p0x13" fmla="*/ 0 w 7625"/>
              <a:gd name="p0y13" fmla="*/ 330 h 1875"/>
              <a:gd name="p0x14" fmla="*/ 0 w 7625"/>
              <a:gd name="p0y14" fmla="*/ 147 h 1875"/>
              <a:gd name="p0x15" fmla="*/ 147 w 7625"/>
              <a:gd name="p0y15" fmla="*/ 0 h 1875"/>
              <a:gd name="p0x16" fmla="*/ 33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2"/>
            </p:custDataLst>
          </p:nvPr>
        </p:nvSpPr>
        <p:spPr>
          <a:xfrm>
            <a:off x="771525" y="28860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57250" y="2966720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1343025" y="2644169"/>
            <a:ext cx="38804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听雨赏荷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343025" y="2968019"/>
            <a:ext cx="38804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芒种正值荷花初绽、榴花似火，借自然之景舒缓心情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575945" y="3890645"/>
            <a:ext cx="4842510" cy="119062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330 w 7625"/>
              <a:gd name="p0y0" fmla="*/ 0 h 1875"/>
              <a:gd name="p0x1" fmla="*/ 7295 w 7625"/>
              <a:gd name="p0y1" fmla="*/ 0 h 1875"/>
              <a:gd name="p0x2" fmla="*/ 7478 w 7625"/>
              <a:gd name="p0y2" fmla="*/ 0 h 1875"/>
              <a:gd name="p0x3" fmla="*/ 7625 w 7625"/>
              <a:gd name="p0y3" fmla="*/ 147 h 1875"/>
              <a:gd name="p0x4" fmla="*/ 7625 w 7625"/>
              <a:gd name="p0y4" fmla="*/ 330 h 1875"/>
              <a:gd name="p0x5" fmla="*/ 7625 w 7625"/>
              <a:gd name="p0y5" fmla="*/ 1545 h 1875"/>
              <a:gd name="p0x6" fmla="*/ 7625 w 7625"/>
              <a:gd name="p0y6" fmla="*/ 1727 h 1875"/>
              <a:gd name="p0x7" fmla="*/ 7478 w 7625"/>
              <a:gd name="p0y7" fmla="*/ 1875 h 1875"/>
              <a:gd name="p0x8" fmla="*/ 7295 w 7625"/>
              <a:gd name="p0y8" fmla="*/ 1875 h 1875"/>
              <a:gd name="p0x9" fmla="*/ 330 w 7625"/>
              <a:gd name="p0y9" fmla="*/ 1875 h 1875"/>
              <a:gd name="p0x10" fmla="*/ 147 w 7625"/>
              <a:gd name="p0y10" fmla="*/ 1875 h 1875"/>
              <a:gd name="p0x11" fmla="*/ 0 w 7625"/>
              <a:gd name="p0y11" fmla="*/ 1727 h 1875"/>
              <a:gd name="p0x12" fmla="*/ 0 w 7625"/>
              <a:gd name="p0y12" fmla="*/ 1545 h 1875"/>
              <a:gd name="p0x13" fmla="*/ 0 w 7625"/>
              <a:gd name="p0y13" fmla="*/ 330 h 1875"/>
              <a:gd name="p0x14" fmla="*/ 0 w 7625"/>
              <a:gd name="p0y14" fmla="*/ 147 h 1875"/>
              <a:gd name="p0x15" fmla="*/ 147 w 7625"/>
              <a:gd name="p0y15" fmla="*/ 0 h 1875"/>
              <a:gd name="p0x16" fmla="*/ 33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771525" y="4276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840105" y="4357370"/>
            <a:ext cx="28130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1343025" y="4034818"/>
            <a:ext cx="38804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按揉穴位安神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343025" y="4358668"/>
            <a:ext cx="38804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内关（腕横纹上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寸）宁心安神；神门（腕横纹尺侧端）养心安神</a:t>
            </a:r>
            <a:endParaRPr lang="zh-CN" altLang="en-US"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5"/>
            </p:custDataLst>
          </p:nvPr>
        </p:nvSpPr>
        <p:spPr>
          <a:xfrm>
            <a:off x="575945" y="5281295"/>
            <a:ext cx="4842510" cy="119062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330 w 7625"/>
              <a:gd name="p0y0" fmla="*/ 0 h 1875"/>
              <a:gd name="p0x1" fmla="*/ 7295 w 7625"/>
              <a:gd name="p0y1" fmla="*/ 0 h 1875"/>
              <a:gd name="p0x2" fmla="*/ 7478 w 7625"/>
              <a:gd name="p0y2" fmla="*/ 0 h 1875"/>
              <a:gd name="p0x3" fmla="*/ 7625 w 7625"/>
              <a:gd name="p0y3" fmla="*/ 147 h 1875"/>
              <a:gd name="p0x4" fmla="*/ 7625 w 7625"/>
              <a:gd name="p0y4" fmla="*/ 330 h 1875"/>
              <a:gd name="p0x5" fmla="*/ 7625 w 7625"/>
              <a:gd name="p0y5" fmla="*/ 1545 h 1875"/>
              <a:gd name="p0x6" fmla="*/ 7625 w 7625"/>
              <a:gd name="p0y6" fmla="*/ 1727 h 1875"/>
              <a:gd name="p0x7" fmla="*/ 7478 w 7625"/>
              <a:gd name="p0y7" fmla="*/ 1875 h 1875"/>
              <a:gd name="p0x8" fmla="*/ 7295 w 7625"/>
              <a:gd name="p0y8" fmla="*/ 1875 h 1875"/>
              <a:gd name="p0x9" fmla="*/ 330 w 7625"/>
              <a:gd name="p0y9" fmla="*/ 1875 h 1875"/>
              <a:gd name="p0x10" fmla="*/ 147 w 7625"/>
              <a:gd name="p0y10" fmla="*/ 1875 h 1875"/>
              <a:gd name="p0x11" fmla="*/ 0 w 7625"/>
              <a:gd name="p0y11" fmla="*/ 1727 h 1875"/>
              <a:gd name="p0x12" fmla="*/ 0 w 7625"/>
              <a:gd name="p0y12" fmla="*/ 1545 h 1875"/>
              <a:gd name="p0x13" fmla="*/ 0 w 7625"/>
              <a:gd name="p0y13" fmla="*/ 330 h 1875"/>
              <a:gd name="p0x14" fmla="*/ 0 w 7625"/>
              <a:gd name="p0y14" fmla="*/ 147 h 1875"/>
              <a:gd name="p0x15" fmla="*/ 147 w 7625"/>
              <a:gd name="p0y15" fmla="*/ 0 h 1875"/>
              <a:gd name="p0x16" fmla="*/ 33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771525" y="56673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748020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1343025" y="5425468"/>
            <a:ext cx="388046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避免过度思虑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1343025" y="5749318"/>
            <a:ext cx="388046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多做手工、练字、听音乐，转移注意力，以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躁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5694680" y="2347595"/>
            <a:ext cx="2860040" cy="1962150"/>
          </a:xfrm>
          <a:custGeom>
            <a:avLst/>
            <a:gdLst>
              <a:gd name="sw" fmla="*/ 1 w 4504"/>
              <a:gd name="sh" fmla="*/ 1 h 3090"/>
              <a:gd name="mins" fmla="min sw sh"/>
              <a:gd name="dsw" fmla="+- 0 sw mins"/>
              <a:gd name="dsh" fmla="+- 0 sh mins"/>
              <a:gd name="p0x0" fmla="*/ 330 w 4504"/>
              <a:gd name="p0y0" fmla="*/ 0 h 3090"/>
              <a:gd name="p0x1" fmla="*/ 4174 w 4504"/>
              <a:gd name="p0y1" fmla="*/ 0 h 3090"/>
              <a:gd name="p0x2" fmla="*/ 4356 w 4504"/>
              <a:gd name="p0y2" fmla="*/ 0 h 3090"/>
              <a:gd name="p0x3" fmla="*/ 4504 w 4504"/>
              <a:gd name="p0y3" fmla="*/ 147 h 3090"/>
              <a:gd name="p0x4" fmla="*/ 4504 w 4504"/>
              <a:gd name="p0y4" fmla="*/ 330 h 3090"/>
              <a:gd name="p0x5" fmla="*/ 4504 w 4504"/>
              <a:gd name="p0y5" fmla="*/ 2760 h 3090"/>
              <a:gd name="p0x6" fmla="*/ 4504 w 4504"/>
              <a:gd name="p0y6" fmla="*/ 2942 h 3090"/>
              <a:gd name="p0x7" fmla="*/ 4356 w 4504"/>
              <a:gd name="p0y7" fmla="*/ 3090 h 3090"/>
              <a:gd name="p0x8" fmla="*/ 4174 w 4504"/>
              <a:gd name="p0y8" fmla="*/ 3090 h 3090"/>
              <a:gd name="p0x9" fmla="*/ 330 w 4504"/>
              <a:gd name="p0y9" fmla="*/ 3090 h 3090"/>
              <a:gd name="p0x10" fmla="*/ 147 w 4504"/>
              <a:gd name="p0y10" fmla="*/ 3090 h 3090"/>
              <a:gd name="p0x11" fmla="*/ 0 w 4504"/>
              <a:gd name="p0y11" fmla="*/ 2942 h 3090"/>
              <a:gd name="p0x12" fmla="*/ 0 w 4504"/>
              <a:gd name="p0y12" fmla="*/ 2760 h 3090"/>
              <a:gd name="p0x13" fmla="*/ 0 w 4504"/>
              <a:gd name="p0y13" fmla="*/ 330 h 3090"/>
              <a:gd name="p0x14" fmla="*/ 0 w 4504"/>
              <a:gd name="p0y14" fmla="*/ 147 h 3090"/>
              <a:gd name="p0x15" fmla="*/ 147 w 4504"/>
              <a:gd name="p0y15" fmla="*/ 0 h 3090"/>
              <a:gd name="p0x16" fmla="*/ 330 w 4504"/>
              <a:gd name="p0y16" fmla="*/ 0 h 30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3"/>
            </p:custDataLst>
          </p:nvPr>
        </p:nvSpPr>
        <p:spPr>
          <a:xfrm>
            <a:off x="6915150" y="29121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000875" y="2992755"/>
            <a:ext cx="247650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6896471" y="3445669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烦躁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8"/>
            </p:custDataLst>
          </p:nvPr>
        </p:nvSpPr>
        <p:spPr>
          <a:xfrm>
            <a:off x="8754745" y="2347595"/>
            <a:ext cx="2860675" cy="1962150"/>
          </a:xfrm>
          <a:custGeom>
            <a:avLst/>
            <a:gdLst>
              <a:gd name="sw" fmla="*/ 1 w 4504"/>
              <a:gd name="sh" fmla="*/ 1 h 3090"/>
              <a:gd name="mins" fmla="min sw sh"/>
              <a:gd name="dsw" fmla="+- 0 sw mins"/>
              <a:gd name="dsh" fmla="+- 0 sh mins"/>
              <a:gd name="p0x0" fmla="*/ 330 w 4504"/>
              <a:gd name="p0y0" fmla="*/ 0 h 3090"/>
              <a:gd name="p0x1" fmla="*/ 4174 w 4504"/>
              <a:gd name="p0y1" fmla="*/ 0 h 3090"/>
              <a:gd name="p0x2" fmla="*/ 4356 w 4504"/>
              <a:gd name="p0y2" fmla="*/ 0 h 3090"/>
              <a:gd name="p0x3" fmla="*/ 4504 w 4504"/>
              <a:gd name="p0y3" fmla="*/ 147 h 3090"/>
              <a:gd name="p0x4" fmla="*/ 4504 w 4504"/>
              <a:gd name="p0y4" fmla="*/ 330 h 3090"/>
              <a:gd name="p0x5" fmla="*/ 4504 w 4504"/>
              <a:gd name="p0y5" fmla="*/ 2760 h 3090"/>
              <a:gd name="p0x6" fmla="*/ 4504 w 4504"/>
              <a:gd name="p0y6" fmla="*/ 2942 h 3090"/>
              <a:gd name="p0x7" fmla="*/ 4356 w 4504"/>
              <a:gd name="p0y7" fmla="*/ 3090 h 3090"/>
              <a:gd name="p0x8" fmla="*/ 4174 w 4504"/>
              <a:gd name="p0y8" fmla="*/ 3090 h 3090"/>
              <a:gd name="p0x9" fmla="*/ 330 w 4504"/>
              <a:gd name="p0y9" fmla="*/ 3090 h 3090"/>
              <a:gd name="p0x10" fmla="*/ 147 w 4504"/>
              <a:gd name="p0y10" fmla="*/ 3090 h 3090"/>
              <a:gd name="p0x11" fmla="*/ 0 w 4504"/>
              <a:gd name="p0y11" fmla="*/ 2942 h 3090"/>
              <a:gd name="p0x12" fmla="*/ 0 w 4504"/>
              <a:gd name="p0y12" fmla="*/ 2760 h 3090"/>
              <a:gd name="p0x13" fmla="*/ 0 w 4504"/>
              <a:gd name="p0y13" fmla="*/ 330 h 3090"/>
              <a:gd name="p0x14" fmla="*/ 0 w 4504"/>
              <a:gd name="p0y14" fmla="*/ 147 h 3090"/>
              <a:gd name="p0x15" fmla="*/ 147 w 4504"/>
              <a:gd name="p0y15" fmla="*/ 0 h 3090"/>
              <a:gd name="p0x16" fmla="*/ 330 w 4504"/>
              <a:gd name="p0y16" fmla="*/ 0 h 30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9975850" y="29121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10061575" y="2992755"/>
            <a:ext cx="247650" cy="25273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3"/>
            </p:custDataLst>
          </p:nvPr>
        </p:nvSpPr>
        <p:spPr>
          <a:xfrm>
            <a:off x="9956892" y="3445669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郁闷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4"/>
            </p:custDataLst>
          </p:nvPr>
        </p:nvSpPr>
        <p:spPr>
          <a:xfrm>
            <a:off x="5694680" y="4509770"/>
            <a:ext cx="2860040" cy="1962150"/>
          </a:xfrm>
          <a:custGeom>
            <a:avLst/>
            <a:gdLst>
              <a:gd name="sw" fmla="*/ 1 w 4504"/>
              <a:gd name="sh" fmla="*/ 1 h 3090"/>
              <a:gd name="mins" fmla="min sw sh"/>
              <a:gd name="dsw" fmla="+- 0 sw mins"/>
              <a:gd name="dsh" fmla="+- 0 sh mins"/>
              <a:gd name="p0x0" fmla="*/ 330 w 4504"/>
              <a:gd name="p0y0" fmla="*/ 0 h 3090"/>
              <a:gd name="p0x1" fmla="*/ 4174 w 4504"/>
              <a:gd name="p0y1" fmla="*/ 0 h 3090"/>
              <a:gd name="p0x2" fmla="*/ 4356 w 4504"/>
              <a:gd name="p0y2" fmla="*/ 0 h 3090"/>
              <a:gd name="p0x3" fmla="*/ 4504 w 4504"/>
              <a:gd name="p0y3" fmla="*/ 147 h 3090"/>
              <a:gd name="p0x4" fmla="*/ 4504 w 4504"/>
              <a:gd name="p0y4" fmla="*/ 330 h 3090"/>
              <a:gd name="p0x5" fmla="*/ 4504 w 4504"/>
              <a:gd name="p0y5" fmla="*/ 2760 h 3090"/>
              <a:gd name="p0x6" fmla="*/ 4504 w 4504"/>
              <a:gd name="p0y6" fmla="*/ 2942 h 3090"/>
              <a:gd name="p0x7" fmla="*/ 4356 w 4504"/>
              <a:gd name="p0y7" fmla="*/ 3090 h 3090"/>
              <a:gd name="p0x8" fmla="*/ 4174 w 4504"/>
              <a:gd name="p0y8" fmla="*/ 3090 h 3090"/>
              <a:gd name="p0x9" fmla="*/ 330 w 4504"/>
              <a:gd name="p0y9" fmla="*/ 3090 h 3090"/>
              <a:gd name="p0x10" fmla="*/ 147 w 4504"/>
              <a:gd name="p0y10" fmla="*/ 3090 h 3090"/>
              <a:gd name="p0x11" fmla="*/ 0 w 4504"/>
              <a:gd name="p0y11" fmla="*/ 2942 h 3090"/>
              <a:gd name="p0x12" fmla="*/ 0 w 4504"/>
              <a:gd name="p0y12" fmla="*/ 2760 h 3090"/>
              <a:gd name="p0x13" fmla="*/ 0 w 4504"/>
              <a:gd name="p0y13" fmla="*/ 330 h 3090"/>
              <a:gd name="p0x14" fmla="*/ 0 w 4504"/>
              <a:gd name="p0y14" fmla="*/ 147 h 3090"/>
              <a:gd name="p0x15" fmla="*/ 147 w 4504"/>
              <a:gd name="p0y15" fmla="*/ 0 h 3090"/>
              <a:gd name="p0x16" fmla="*/ 330 w 4504"/>
              <a:gd name="p0y16" fmla="*/ 0 h 30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6915150" y="50742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000875" y="5154930"/>
            <a:ext cx="247650" cy="25273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9"/>
            </p:custDataLst>
          </p:nvPr>
        </p:nvSpPr>
        <p:spPr>
          <a:xfrm>
            <a:off x="6896471" y="5607844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静心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0"/>
            </p:custDataLst>
          </p:nvPr>
        </p:nvSpPr>
        <p:spPr>
          <a:xfrm>
            <a:off x="8754745" y="4509770"/>
            <a:ext cx="2860675" cy="1962150"/>
          </a:xfrm>
          <a:custGeom>
            <a:avLst/>
            <a:gdLst>
              <a:gd name="sw" fmla="*/ 1 w 4504"/>
              <a:gd name="sh" fmla="*/ 1 h 3090"/>
              <a:gd name="mins" fmla="min sw sh"/>
              <a:gd name="dsw" fmla="+- 0 sw mins"/>
              <a:gd name="dsh" fmla="+- 0 sh mins"/>
              <a:gd name="p0x0" fmla="*/ 330 w 4504"/>
              <a:gd name="p0y0" fmla="*/ 0 h 3090"/>
              <a:gd name="p0x1" fmla="*/ 4174 w 4504"/>
              <a:gd name="p0y1" fmla="*/ 0 h 3090"/>
              <a:gd name="p0x2" fmla="*/ 4356 w 4504"/>
              <a:gd name="p0y2" fmla="*/ 0 h 3090"/>
              <a:gd name="p0x3" fmla="*/ 4504 w 4504"/>
              <a:gd name="p0y3" fmla="*/ 147 h 3090"/>
              <a:gd name="p0x4" fmla="*/ 4504 w 4504"/>
              <a:gd name="p0y4" fmla="*/ 330 h 3090"/>
              <a:gd name="p0x5" fmla="*/ 4504 w 4504"/>
              <a:gd name="p0y5" fmla="*/ 2760 h 3090"/>
              <a:gd name="p0x6" fmla="*/ 4504 w 4504"/>
              <a:gd name="p0y6" fmla="*/ 2942 h 3090"/>
              <a:gd name="p0x7" fmla="*/ 4356 w 4504"/>
              <a:gd name="p0y7" fmla="*/ 3090 h 3090"/>
              <a:gd name="p0x8" fmla="*/ 4174 w 4504"/>
              <a:gd name="p0y8" fmla="*/ 3090 h 3090"/>
              <a:gd name="p0x9" fmla="*/ 330 w 4504"/>
              <a:gd name="p0y9" fmla="*/ 3090 h 3090"/>
              <a:gd name="p0x10" fmla="*/ 147 w 4504"/>
              <a:gd name="p0y10" fmla="*/ 3090 h 3090"/>
              <a:gd name="p0x11" fmla="*/ 0 w 4504"/>
              <a:gd name="p0y11" fmla="*/ 2942 h 3090"/>
              <a:gd name="p0x12" fmla="*/ 0 w 4504"/>
              <a:gd name="p0y12" fmla="*/ 2760 h 3090"/>
              <a:gd name="p0x13" fmla="*/ 0 w 4504"/>
              <a:gd name="p0y13" fmla="*/ 330 h 3090"/>
              <a:gd name="p0x14" fmla="*/ 0 w 4504"/>
              <a:gd name="p0y14" fmla="*/ 147 h 3090"/>
              <a:gd name="p0x15" fmla="*/ 147 w 4504"/>
              <a:gd name="p0y15" fmla="*/ 0 h 3090"/>
              <a:gd name="p0x16" fmla="*/ 330 w 4504"/>
              <a:gd name="p0y16" fmla="*/ 0 h 30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51"/>
            </p:custDataLst>
          </p:nvPr>
        </p:nvSpPr>
        <p:spPr>
          <a:xfrm>
            <a:off x="9975850" y="50742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000" t="-23704" r="-2000" b="-23704"/>
          <a:stretch>
            <a:fillRect/>
          </a:stretch>
        </p:blipFill>
        <p:spPr>
          <a:xfrm>
            <a:off x="10061575" y="5154930"/>
            <a:ext cx="247650" cy="25273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5"/>
            </p:custDataLst>
          </p:nvPr>
        </p:nvSpPr>
        <p:spPr>
          <a:xfrm>
            <a:off x="9956892" y="5607844"/>
            <a:ext cx="685876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舒缓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运动与防病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运动与导引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051685" cy="2581275"/>
          </a:xfrm>
          <a:custGeom>
            <a:avLst/>
            <a:gdLst>
              <a:gd name="sw" fmla="*/ 1 w 3230"/>
              <a:gd name="sh" fmla="*/ 1 h 4065"/>
              <a:gd name="mins" fmla="min sw sh"/>
              <a:gd name="dsw" fmla="+- 0 sw mins"/>
              <a:gd name="dsh" fmla="+- 0 sh mins"/>
              <a:gd name="p0x0" fmla="*/ 330 w 3230"/>
              <a:gd name="p0y0" fmla="*/ 0 h 4065"/>
              <a:gd name="p0x1" fmla="*/ 2900 w 3230"/>
              <a:gd name="p0y1" fmla="*/ 0 h 4065"/>
              <a:gd name="p0x2" fmla="*/ 3083 w 3230"/>
              <a:gd name="p0y2" fmla="*/ 0 h 4065"/>
              <a:gd name="p0x3" fmla="*/ 3230 w 3230"/>
              <a:gd name="p0y3" fmla="*/ 147 h 4065"/>
              <a:gd name="p0x4" fmla="*/ 3230 w 3230"/>
              <a:gd name="p0y4" fmla="*/ 330 h 4065"/>
              <a:gd name="p0x5" fmla="*/ 3230 w 3230"/>
              <a:gd name="p0y5" fmla="*/ 3735 h 4065"/>
              <a:gd name="p0x6" fmla="*/ 3230 w 3230"/>
              <a:gd name="p0y6" fmla="*/ 3917 h 4065"/>
              <a:gd name="p0x7" fmla="*/ 3083 w 3230"/>
              <a:gd name="p0y7" fmla="*/ 4065 h 4065"/>
              <a:gd name="p0x8" fmla="*/ 2900 w 3230"/>
              <a:gd name="p0y8" fmla="*/ 4065 h 4065"/>
              <a:gd name="p0x9" fmla="*/ 330 w 3230"/>
              <a:gd name="p0y9" fmla="*/ 4065 h 4065"/>
              <a:gd name="p0x10" fmla="*/ 147 w 3230"/>
              <a:gd name="p0y10" fmla="*/ 4065 h 4065"/>
              <a:gd name="p0x11" fmla="*/ 0 w 3230"/>
              <a:gd name="p0y11" fmla="*/ 3917 h 4065"/>
              <a:gd name="p0x12" fmla="*/ 0 w 3230"/>
              <a:gd name="p0y12" fmla="*/ 3735 h 4065"/>
              <a:gd name="p0x13" fmla="*/ 0 w 3230"/>
              <a:gd name="p0y13" fmla="*/ 330 h 4065"/>
              <a:gd name="p0x14" fmla="*/ 0 w 3230"/>
              <a:gd name="p0y14" fmla="*/ 147 h 4065"/>
              <a:gd name="p0x15" fmla="*/ 147 w 3230"/>
              <a:gd name="p0y15" fmla="*/ 0 h 4065"/>
              <a:gd name="p0x16" fmla="*/ 330 w 323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8592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840105" y="1939925"/>
            <a:ext cx="28130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04925" y="1910744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时段选择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2377469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清晨或傍晚凉爽时段，避免正午暴晒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2827655" y="1109345"/>
            <a:ext cx="2051685" cy="2581275"/>
          </a:xfrm>
          <a:custGeom>
            <a:avLst/>
            <a:gdLst>
              <a:gd name="sw" fmla="*/ 1 w 3230"/>
              <a:gd name="sh" fmla="*/ 1 h 4065"/>
              <a:gd name="mins" fmla="min sw sh"/>
              <a:gd name="dsw" fmla="+- 0 sw mins"/>
              <a:gd name="dsh" fmla="+- 0 sh mins"/>
              <a:gd name="p0x0" fmla="*/ 330 w 3230"/>
              <a:gd name="p0y0" fmla="*/ 0 h 4065"/>
              <a:gd name="p0x1" fmla="*/ 2900 w 3230"/>
              <a:gd name="p0y1" fmla="*/ 0 h 4065"/>
              <a:gd name="p0x2" fmla="*/ 3083 w 3230"/>
              <a:gd name="p0y2" fmla="*/ 0 h 4065"/>
              <a:gd name="p0x3" fmla="*/ 3230 w 3230"/>
              <a:gd name="p0y3" fmla="*/ 147 h 4065"/>
              <a:gd name="p0x4" fmla="*/ 3230 w 3230"/>
              <a:gd name="p0y4" fmla="*/ 330 h 4065"/>
              <a:gd name="p0x5" fmla="*/ 3230 w 3230"/>
              <a:gd name="p0y5" fmla="*/ 3735 h 4065"/>
              <a:gd name="p0x6" fmla="*/ 3230 w 3230"/>
              <a:gd name="p0y6" fmla="*/ 3917 h 4065"/>
              <a:gd name="p0x7" fmla="*/ 3083 w 3230"/>
              <a:gd name="p0y7" fmla="*/ 4065 h 4065"/>
              <a:gd name="p0x8" fmla="*/ 2900 w 3230"/>
              <a:gd name="p0y8" fmla="*/ 4065 h 4065"/>
              <a:gd name="p0x9" fmla="*/ 330 w 3230"/>
              <a:gd name="p0y9" fmla="*/ 4065 h 4065"/>
              <a:gd name="p0x10" fmla="*/ 147 w 3230"/>
              <a:gd name="p0y10" fmla="*/ 4065 h 4065"/>
              <a:gd name="p0x11" fmla="*/ 0 w 3230"/>
              <a:gd name="p0y11" fmla="*/ 3917 h 4065"/>
              <a:gd name="p0x12" fmla="*/ 0 w 3230"/>
              <a:gd name="p0y12" fmla="*/ 3735 h 4065"/>
              <a:gd name="p0x13" fmla="*/ 0 w 3230"/>
              <a:gd name="p0y13" fmla="*/ 330 h 4065"/>
              <a:gd name="p0x14" fmla="*/ 0 w 3230"/>
              <a:gd name="p0y14" fmla="*/ 147 h 4065"/>
              <a:gd name="p0x15" fmla="*/ 147 w 3230"/>
              <a:gd name="p0y15" fmla="*/ 0 h 4065"/>
              <a:gd name="p0x16" fmla="*/ 330 w 323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3022600" y="18592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3139440" y="1939925"/>
            <a:ext cx="18605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3556616" y="1910744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运动强度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3023216" y="2377469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以微汗为度，忌大汗淋漓，以免耗气伤津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3890645"/>
            <a:ext cx="2051685" cy="2581275"/>
          </a:xfrm>
          <a:custGeom>
            <a:avLst/>
            <a:gdLst>
              <a:gd name="sw" fmla="*/ 1 w 3230"/>
              <a:gd name="sh" fmla="*/ 1 h 4065"/>
              <a:gd name="mins" fmla="min sw sh"/>
              <a:gd name="dsw" fmla="+- 0 sw mins"/>
              <a:gd name="dsh" fmla="+- 0 sh mins"/>
              <a:gd name="p0x0" fmla="*/ 330 w 3230"/>
              <a:gd name="p0y0" fmla="*/ 0 h 4065"/>
              <a:gd name="p0x1" fmla="*/ 2900 w 3230"/>
              <a:gd name="p0y1" fmla="*/ 0 h 4065"/>
              <a:gd name="p0x2" fmla="*/ 3083 w 3230"/>
              <a:gd name="p0y2" fmla="*/ 0 h 4065"/>
              <a:gd name="p0x3" fmla="*/ 3230 w 3230"/>
              <a:gd name="p0y3" fmla="*/ 147 h 4065"/>
              <a:gd name="p0x4" fmla="*/ 3230 w 3230"/>
              <a:gd name="p0y4" fmla="*/ 330 h 4065"/>
              <a:gd name="p0x5" fmla="*/ 3230 w 3230"/>
              <a:gd name="p0y5" fmla="*/ 3735 h 4065"/>
              <a:gd name="p0x6" fmla="*/ 3230 w 3230"/>
              <a:gd name="p0y6" fmla="*/ 3917 h 4065"/>
              <a:gd name="p0x7" fmla="*/ 3083 w 3230"/>
              <a:gd name="p0y7" fmla="*/ 4065 h 4065"/>
              <a:gd name="p0x8" fmla="*/ 2900 w 3230"/>
              <a:gd name="p0y8" fmla="*/ 4065 h 4065"/>
              <a:gd name="p0x9" fmla="*/ 330 w 3230"/>
              <a:gd name="p0y9" fmla="*/ 4065 h 4065"/>
              <a:gd name="p0x10" fmla="*/ 147 w 3230"/>
              <a:gd name="p0y10" fmla="*/ 4065 h 4065"/>
              <a:gd name="p0x11" fmla="*/ 0 w 3230"/>
              <a:gd name="p0y11" fmla="*/ 3917 h 4065"/>
              <a:gd name="p0x12" fmla="*/ 0 w 3230"/>
              <a:gd name="p0y12" fmla="*/ 3735 h 4065"/>
              <a:gd name="p0x13" fmla="*/ 0 w 3230"/>
              <a:gd name="p0y13" fmla="*/ 330 h 4065"/>
              <a:gd name="p0x14" fmla="*/ 0 w 3230"/>
              <a:gd name="p0y14" fmla="*/ 147 h 4065"/>
              <a:gd name="p0x15" fmla="*/ 147 w 3230"/>
              <a:gd name="p0y15" fmla="*/ 0 h 4065"/>
              <a:gd name="p0x16" fmla="*/ 330 w 323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46405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1404" t="-3067" r="-1404" b="-3067"/>
          <a:stretch>
            <a:fillRect/>
          </a:stretch>
        </p:blipFill>
        <p:spPr>
          <a:xfrm>
            <a:off x="887730" y="4721225"/>
            <a:ext cx="18605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304925" y="469204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穴位按揉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5158768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足三里、阴陵泉、内关，各按揉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endParaRPr lang="zh-CN" altLang="en-US"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2827655" y="3890645"/>
            <a:ext cx="2051685" cy="2581275"/>
          </a:xfrm>
          <a:custGeom>
            <a:avLst/>
            <a:gdLst>
              <a:gd name="sw" fmla="*/ 1 w 3230"/>
              <a:gd name="sh" fmla="*/ 1 h 4065"/>
              <a:gd name="mins" fmla="min sw sh"/>
              <a:gd name="dsw" fmla="+- 0 sw mins"/>
              <a:gd name="dsh" fmla="+- 0 sh mins"/>
              <a:gd name="p0x0" fmla="*/ 330 w 3230"/>
              <a:gd name="p0y0" fmla="*/ 0 h 4065"/>
              <a:gd name="p0x1" fmla="*/ 2900 w 3230"/>
              <a:gd name="p0y1" fmla="*/ 0 h 4065"/>
              <a:gd name="p0x2" fmla="*/ 3083 w 3230"/>
              <a:gd name="p0y2" fmla="*/ 0 h 4065"/>
              <a:gd name="p0x3" fmla="*/ 3230 w 3230"/>
              <a:gd name="p0y3" fmla="*/ 147 h 4065"/>
              <a:gd name="p0x4" fmla="*/ 3230 w 3230"/>
              <a:gd name="p0y4" fmla="*/ 330 h 4065"/>
              <a:gd name="p0x5" fmla="*/ 3230 w 3230"/>
              <a:gd name="p0y5" fmla="*/ 3735 h 4065"/>
              <a:gd name="p0x6" fmla="*/ 3230 w 3230"/>
              <a:gd name="p0y6" fmla="*/ 3917 h 4065"/>
              <a:gd name="p0x7" fmla="*/ 3083 w 3230"/>
              <a:gd name="p0y7" fmla="*/ 4065 h 4065"/>
              <a:gd name="p0x8" fmla="*/ 2900 w 3230"/>
              <a:gd name="p0y8" fmla="*/ 4065 h 4065"/>
              <a:gd name="p0x9" fmla="*/ 330 w 3230"/>
              <a:gd name="p0y9" fmla="*/ 4065 h 4065"/>
              <a:gd name="p0x10" fmla="*/ 147 w 3230"/>
              <a:gd name="p0y10" fmla="*/ 4065 h 4065"/>
              <a:gd name="p0x11" fmla="*/ 0 w 3230"/>
              <a:gd name="p0y11" fmla="*/ 3917 h 4065"/>
              <a:gd name="p0x12" fmla="*/ 0 w 3230"/>
              <a:gd name="p0y12" fmla="*/ 3735 h 4065"/>
              <a:gd name="p0x13" fmla="*/ 0 w 3230"/>
              <a:gd name="p0y13" fmla="*/ 330 h 4065"/>
              <a:gd name="p0x14" fmla="*/ 0 w 3230"/>
              <a:gd name="p0y14" fmla="*/ 147 h 4065"/>
              <a:gd name="p0x15" fmla="*/ 147 w 3230"/>
              <a:gd name="p0y15" fmla="*/ 0 h 4065"/>
              <a:gd name="p0x16" fmla="*/ 330 w 323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3022600" y="46405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5278" r="-2000" b="-5278"/>
          <a:stretch>
            <a:fillRect/>
          </a:stretch>
        </p:blipFill>
        <p:spPr>
          <a:xfrm>
            <a:off x="3108325" y="4721225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3556616" y="469204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摩腹揉脐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3023216" y="5158768"/>
            <a:ext cx="166114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顺逆各</a:t>
            </a:r>
            <a:r>
              <a:rPr lang="en-US" altLang="zh-CN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lang="zh-CN" altLang="en-US"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圈，助运化，祛湿气</a:t>
            </a:r>
            <a:endParaRPr lang="zh-CN" altLang="en-US"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155565" y="1109345"/>
            <a:ext cx="6459855" cy="2581275"/>
          </a:xfrm>
          <a:custGeom>
            <a:avLst/>
            <a:gdLst>
              <a:gd name="sw" fmla="*/ 1 w 10173"/>
              <a:gd name="sh" fmla="*/ 1 h 4065"/>
              <a:gd name="mins" fmla="min sw sh"/>
              <a:gd name="dsw" fmla="+- 0 sw mins"/>
              <a:gd name="dsh" fmla="+- 0 sh mins"/>
              <a:gd name="p0x0" fmla="*/ 330 w 10173"/>
              <a:gd name="p0y0" fmla="*/ 0 h 4065"/>
              <a:gd name="p0x1" fmla="*/ 9843 w 10173"/>
              <a:gd name="p0y1" fmla="*/ 0 h 4065"/>
              <a:gd name="p0x2" fmla="*/ 10025 w 10173"/>
              <a:gd name="p0y2" fmla="*/ 0 h 4065"/>
              <a:gd name="p0x3" fmla="*/ 10173 w 10173"/>
              <a:gd name="p0y3" fmla="*/ 147 h 4065"/>
              <a:gd name="p0x4" fmla="*/ 10173 w 10173"/>
              <a:gd name="p0y4" fmla="*/ 330 h 4065"/>
              <a:gd name="p0x5" fmla="*/ 10173 w 10173"/>
              <a:gd name="p0y5" fmla="*/ 3735 h 4065"/>
              <a:gd name="p0x6" fmla="*/ 10173 w 10173"/>
              <a:gd name="p0y6" fmla="*/ 3917 h 4065"/>
              <a:gd name="p0x7" fmla="*/ 10025 w 10173"/>
              <a:gd name="p0y7" fmla="*/ 4065 h 4065"/>
              <a:gd name="p0x8" fmla="*/ 9843 w 10173"/>
              <a:gd name="p0y8" fmla="*/ 4065 h 4065"/>
              <a:gd name="p0x9" fmla="*/ 330 w 10173"/>
              <a:gd name="p0y9" fmla="*/ 4065 h 4065"/>
              <a:gd name="p0x10" fmla="*/ 147 w 10173"/>
              <a:gd name="p0y10" fmla="*/ 4065 h 4065"/>
              <a:gd name="p0x11" fmla="*/ 0 w 10173"/>
              <a:gd name="p0y11" fmla="*/ 3917 h 4065"/>
              <a:gd name="p0x12" fmla="*/ 0 w 10173"/>
              <a:gd name="p0y12" fmla="*/ 3735 h 4065"/>
              <a:gd name="p0x13" fmla="*/ 0 w 10173"/>
              <a:gd name="p0y13" fmla="*/ 330 h 4065"/>
              <a:gd name="p0x14" fmla="*/ 0 w 10173"/>
              <a:gd name="p0y14" fmla="*/ 147 h 4065"/>
              <a:gd name="p0x15" fmla="*/ 147 w 10173"/>
              <a:gd name="p0y15" fmla="*/ 0 h 4065"/>
              <a:gd name="p0x16" fmla="*/ 330 w 10173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5350510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8511" r="-8511"/>
          <a:stretch>
            <a:fillRect/>
          </a:stretch>
        </p:blipFill>
        <p:spPr>
          <a:xfrm>
            <a:off x="5450840" y="1385570"/>
            <a:ext cx="219075" cy="2527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5884516" y="133159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运动原则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5350510" y="2135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>
            <a:fillRect/>
          </a:stretch>
        </p:blipFill>
        <p:spPr>
          <a:xfrm>
            <a:off x="5407660" y="2192655"/>
            <a:ext cx="15240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0"/>
            </p:custDataLst>
          </p:nvPr>
        </p:nvSpPr>
        <p:spPr>
          <a:xfrm>
            <a:off x="5732116" y="2102196"/>
            <a:ext cx="497242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时段选择</a:t>
            </a:r>
            <a:endParaRPr sz="15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5732116" y="2339369"/>
            <a:ext cx="531532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选择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清晨或傍晚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凉爽时段进行运动，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避免正午暴晒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，以防暑热伤津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5350510" y="2762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l="-5556" r="-5556"/>
          <a:stretch>
            <a:fillRect/>
          </a:stretch>
        </p:blipFill>
        <p:spPr>
          <a:xfrm>
            <a:off x="5436235" y="2819400"/>
            <a:ext cx="9525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6"/>
            </p:custDataLst>
          </p:nvPr>
        </p:nvSpPr>
        <p:spPr>
          <a:xfrm>
            <a:off x="5732116" y="2728913"/>
            <a:ext cx="462952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强度控制</a:t>
            </a:r>
            <a:endParaRPr sz="15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47"/>
            </p:custDataLst>
          </p:nvPr>
        </p:nvSpPr>
        <p:spPr>
          <a:xfrm>
            <a:off x="5732116" y="2966085"/>
            <a:ext cx="497242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微汗为度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忌大汗淋漓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，以免耗气伤津，违背夏季养阳之道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8"/>
            </p:custDataLst>
          </p:nvPr>
        </p:nvSpPr>
        <p:spPr>
          <a:xfrm>
            <a:off x="5155565" y="3890645"/>
            <a:ext cx="6459855" cy="2581275"/>
          </a:xfrm>
          <a:custGeom>
            <a:avLst/>
            <a:gdLst>
              <a:gd name="sw" fmla="*/ 1 w 10173"/>
              <a:gd name="sh" fmla="*/ 1 h 4065"/>
              <a:gd name="mins" fmla="min sw sh"/>
              <a:gd name="dsw" fmla="+- 0 sw mins"/>
              <a:gd name="dsh" fmla="+- 0 sh mins"/>
              <a:gd name="p0x0" fmla="*/ 330 w 10173"/>
              <a:gd name="p0y0" fmla="*/ 0 h 4065"/>
              <a:gd name="p0x1" fmla="*/ 9843 w 10173"/>
              <a:gd name="p0y1" fmla="*/ 0 h 4065"/>
              <a:gd name="p0x2" fmla="*/ 10025 w 10173"/>
              <a:gd name="p0y2" fmla="*/ 0 h 4065"/>
              <a:gd name="p0x3" fmla="*/ 10173 w 10173"/>
              <a:gd name="p0y3" fmla="*/ 147 h 4065"/>
              <a:gd name="p0x4" fmla="*/ 10173 w 10173"/>
              <a:gd name="p0y4" fmla="*/ 330 h 4065"/>
              <a:gd name="p0x5" fmla="*/ 10173 w 10173"/>
              <a:gd name="p0y5" fmla="*/ 3735 h 4065"/>
              <a:gd name="p0x6" fmla="*/ 10173 w 10173"/>
              <a:gd name="p0y6" fmla="*/ 3917 h 4065"/>
              <a:gd name="p0x7" fmla="*/ 10025 w 10173"/>
              <a:gd name="p0y7" fmla="*/ 4065 h 4065"/>
              <a:gd name="p0x8" fmla="*/ 9843 w 10173"/>
              <a:gd name="p0y8" fmla="*/ 4065 h 4065"/>
              <a:gd name="p0x9" fmla="*/ 330 w 10173"/>
              <a:gd name="p0y9" fmla="*/ 4065 h 4065"/>
              <a:gd name="p0x10" fmla="*/ 147 w 10173"/>
              <a:gd name="p0y10" fmla="*/ 4065 h 4065"/>
              <a:gd name="p0x11" fmla="*/ 0 w 10173"/>
              <a:gd name="p0y11" fmla="*/ 3917 h 4065"/>
              <a:gd name="p0x12" fmla="*/ 0 w 10173"/>
              <a:gd name="p0y12" fmla="*/ 3735 h 4065"/>
              <a:gd name="p0x13" fmla="*/ 0 w 10173"/>
              <a:gd name="p0y13" fmla="*/ 330 h 4065"/>
              <a:gd name="p0x14" fmla="*/ 0 w 10173"/>
              <a:gd name="p0y14" fmla="*/ 147 h 4065"/>
              <a:gd name="p0x15" fmla="*/ 147 w 10173"/>
              <a:gd name="p0y15" fmla="*/ 0 h 4065"/>
              <a:gd name="p0x16" fmla="*/ 330 w 10173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5350510" y="4086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5419725" y="4166870"/>
            <a:ext cx="281305" cy="2527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3"/>
            </p:custDataLst>
          </p:nvPr>
        </p:nvSpPr>
        <p:spPr>
          <a:xfrm>
            <a:off x="5884516" y="41128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芒种导引法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4"/>
            </p:custDataLst>
          </p:nvPr>
        </p:nvSpPr>
        <p:spPr>
          <a:xfrm>
            <a:off x="5350510" y="49168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t="-3333" b="-3333"/>
          <a:stretch>
            <a:fillRect/>
          </a:stretch>
        </p:blipFill>
        <p:spPr>
          <a:xfrm>
            <a:off x="5407660" y="4973955"/>
            <a:ext cx="152400" cy="15240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8"/>
            </p:custDataLst>
          </p:nvPr>
        </p:nvSpPr>
        <p:spPr>
          <a:xfrm>
            <a:off x="5732116" y="4883496"/>
            <a:ext cx="501483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穴位按揉</a:t>
            </a:r>
            <a:endParaRPr sz="15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9"/>
            </p:custDataLst>
          </p:nvPr>
        </p:nvSpPr>
        <p:spPr>
          <a:xfrm>
            <a:off x="5732116" y="5120668"/>
            <a:ext cx="535773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足三里、阴陵泉、内关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三穴，各按揉</a:t>
            </a:r>
            <a:r>
              <a:rPr lang="en-US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lang="zh-CN" altLang="en-US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，可健脾祛湿、宁心安神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60"/>
            </p:custDataLst>
          </p:nvPr>
        </p:nvSpPr>
        <p:spPr>
          <a:xfrm>
            <a:off x="5350510" y="55435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5407660" y="5600700"/>
            <a:ext cx="152400" cy="152400"/>
          </a:xfrm>
          <a:prstGeom prst="rect">
            <a:avLst/>
          </a:prstGeom>
        </p:spPr>
      </p:pic>
      <p:sp>
        <p:nvSpPr>
          <p:cNvPr id="46" name="文本框 45"/>
          <p:cNvSpPr txBox="1"/>
          <p:nvPr>
            <p:custDataLst>
              <p:tags r:id="rId64"/>
            </p:custDataLst>
          </p:nvPr>
        </p:nvSpPr>
        <p:spPr>
          <a:xfrm>
            <a:off x="5732116" y="5510213"/>
            <a:ext cx="454305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摩腹揉脐</a:t>
            </a:r>
            <a:endParaRPr sz="15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5"/>
            </p:custDataLst>
          </p:nvPr>
        </p:nvSpPr>
        <p:spPr>
          <a:xfrm>
            <a:off x="5732116" y="5747385"/>
            <a:ext cx="48859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双手重叠，</a:t>
            </a:r>
            <a:r>
              <a:rPr lang="zh-CN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顺时针揉腹</a:t>
            </a:r>
            <a:r>
              <a:rPr lang="en-US" altLang="zh-CN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lang="zh-CN" altLang="en-US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逆时针</a:t>
            </a:r>
            <a:r>
              <a:rPr lang="en-US" altLang="zh-CN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r>
              <a:rPr lang="zh-CN" altLang="en-US"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圈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，助运化、祛湿气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防病要点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687705" y="1185545"/>
            <a:ext cx="186055" cy="25273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571500" y="1584960"/>
            <a:ext cx="353057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防湿邪困脾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571500" y="1908810"/>
            <a:ext cx="3429152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头身困重、食欲不振、大便黏腻者，按揉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足三里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阴陵泉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，必要时服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藿香正气水</a:t>
            </a:r>
            <a:endParaRPr sz="1350" b="1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4330065" y="1104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6795" t="-1026" r="-6795" b="-1026"/>
          <a:stretch>
            <a:fillRect/>
          </a:stretch>
        </p:blipFill>
        <p:spPr>
          <a:xfrm>
            <a:off x="4399280" y="1185545"/>
            <a:ext cx="281305" cy="2527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4330674" y="1584960"/>
            <a:ext cx="35305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防中暑和热射病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4330674" y="1908810"/>
            <a:ext cx="35305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外出戴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遮阳帽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，及时补充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淡盐水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或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绿豆汤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；头晕恶心立即转移阴凉处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8089265" y="11049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8174990" y="1185545"/>
            <a:ext cx="247650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8089849" y="1584960"/>
            <a:ext cx="35305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防心血管疾病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089849" y="1908810"/>
            <a:ext cx="35305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出汗多血液黏稠，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老年人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勤测血压按时服药，晨起喝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温水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稀释血液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571500" y="3905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657225" y="3985895"/>
            <a:ext cx="247650" cy="25273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571500" y="4385310"/>
            <a:ext cx="353057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防皮肤病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571500" y="4709160"/>
            <a:ext cx="3530574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湿疹、痱子、足癣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高发，保持皮肤干爽，穿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纯棉透气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衣物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4330065" y="3905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874" r="-4874"/>
          <a:stretch>
            <a:fillRect/>
          </a:stretch>
        </p:blipFill>
        <p:spPr>
          <a:xfrm>
            <a:off x="4415790" y="3985895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4330674" y="4385310"/>
            <a:ext cx="35305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防空调病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31"/>
            </p:custDataLst>
          </p:nvPr>
        </p:nvSpPr>
        <p:spPr>
          <a:xfrm>
            <a:off x="4330674" y="4709160"/>
            <a:ext cx="3530575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温度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不宜过低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，定时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开窗通风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，可饮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姜枣茶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驱散寒邪</a:t>
            </a:r>
            <a:endParaRPr sz="135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2"/>
            </p:custDataLst>
          </p:nvPr>
        </p:nvSpPr>
        <p:spPr>
          <a:xfrm>
            <a:off x="8089265" y="3905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80 w 660"/>
              <a:gd name="p0y0" fmla="*/ 0 h 660"/>
              <a:gd name="p0x1" fmla="*/ 480 w 660"/>
              <a:gd name="p0y1" fmla="*/ 0 h 660"/>
              <a:gd name="p0x2" fmla="*/ 579 w 660"/>
              <a:gd name="p0y2" fmla="*/ 0 h 660"/>
              <a:gd name="p0x3" fmla="*/ 660 w 660"/>
              <a:gd name="p0y3" fmla="*/ 80 h 660"/>
              <a:gd name="p0x4" fmla="*/ 660 w 660"/>
              <a:gd name="p0y4" fmla="*/ 180 h 660"/>
              <a:gd name="p0x5" fmla="*/ 660 w 660"/>
              <a:gd name="p0y5" fmla="*/ 480 h 660"/>
              <a:gd name="p0x6" fmla="*/ 660 w 660"/>
              <a:gd name="p0y6" fmla="*/ 579 h 660"/>
              <a:gd name="p0x7" fmla="*/ 579 w 660"/>
              <a:gd name="p0y7" fmla="*/ 660 h 660"/>
              <a:gd name="p0x8" fmla="*/ 480 w 660"/>
              <a:gd name="p0y8" fmla="*/ 660 h 660"/>
              <a:gd name="p0x9" fmla="*/ 180 w 660"/>
              <a:gd name="p0y9" fmla="*/ 660 h 660"/>
              <a:gd name="p0x10" fmla="*/ 80 w 660"/>
              <a:gd name="p0y10" fmla="*/ 660 h 660"/>
              <a:gd name="p0x11" fmla="*/ 0 w 660"/>
              <a:gd name="p0y11" fmla="*/ 579 h 660"/>
              <a:gd name="p0x12" fmla="*/ 0 w 660"/>
              <a:gd name="p0y12" fmla="*/ 480 h 660"/>
              <a:gd name="p0x13" fmla="*/ 0 w 660"/>
              <a:gd name="p0y13" fmla="*/ 180 h 660"/>
              <a:gd name="p0x14" fmla="*/ 0 w 660"/>
              <a:gd name="p0y14" fmla="*/ 80 h 660"/>
              <a:gd name="p0x15" fmla="*/ 80 w 660"/>
              <a:gd name="p0y15" fmla="*/ 0 h 660"/>
              <a:gd name="p0x16" fmla="*/ 18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9091" t="-3067" r="-9091" b="-3067"/>
          <a:stretch>
            <a:fillRect/>
          </a:stretch>
        </p:blipFill>
        <p:spPr>
          <a:xfrm>
            <a:off x="8174990" y="3985895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6"/>
            </p:custDataLst>
          </p:nvPr>
        </p:nvSpPr>
        <p:spPr>
          <a:xfrm>
            <a:off x="8089849" y="4385310"/>
            <a:ext cx="240059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防肠道传染病</a:t>
            </a:r>
            <a:endParaRPr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7"/>
            </p:custDataLst>
          </p:nvPr>
        </p:nvSpPr>
        <p:spPr>
          <a:xfrm>
            <a:off x="8089849" y="4709160"/>
            <a:ext cx="257204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不吃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隔夜菜</a:t>
            </a:r>
            <a:r>
              <a:rPr sz="135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，瓜果洗净，</a:t>
            </a:r>
            <a:r>
              <a:rPr sz="135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勤洗手</a:t>
            </a:r>
            <a:endParaRPr sz="1350" b="1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8"/>
            </p:custDataLst>
          </p:nvPr>
        </p:nvSpPr>
        <p:spPr>
          <a:xfrm>
            <a:off x="8094345" y="5452745"/>
            <a:ext cx="3521075" cy="1019175"/>
          </a:xfrm>
          <a:custGeom>
            <a:avLst/>
            <a:gdLst>
              <a:gd name="sw" fmla="*/ 1 w 5544"/>
              <a:gd name="sh" fmla="*/ 1 h 1605"/>
              <a:gd name="mins" fmla="min sw sh"/>
              <a:gd name="dsw" fmla="+- 0 sw mins"/>
              <a:gd name="dsh" fmla="+- 0 sh mins"/>
              <a:gd name="p0x0" fmla="*/ 330 w 5544"/>
              <a:gd name="p0y0" fmla="*/ 0 h 1605"/>
              <a:gd name="p0x1" fmla="*/ 5214 w 5544"/>
              <a:gd name="p0y1" fmla="*/ 0 h 1605"/>
              <a:gd name="p0x2" fmla="*/ 5397 w 5544"/>
              <a:gd name="p0y2" fmla="*/ 0 h 1605"/>
              <a:gd name="p0x3" fmla="*/ 5544 w 5544"/>
              <a:gd name="p0y3" fmla="*/ 147 h 1605"/>
              <a:gd name="p0x4" fmla="*/ 5544 w 5544"/>
              <a:gd name="p0y4" fmla="*/ 330 h 1605"/>
              <a:gd name="p0x5" fmla="*/ 5544 w 5544"/>
              <a:gd name="p0y5" fmla="*/ 1275 h 1605"/>
              <a:gd name="p0x6" fmla="*/ 5544 w 5544"/>
              <a:gd name="p0y6" fmla="*/ 1457 h 1605"/>
              <a:gd name="p0x7" fmla="*/ 5397 w 5544"/>
              <a:gd name="p0y7" fmla="*/ 1605 h 1605"/>
              <a:gd name="p0x8" fmla="*/ 5214 w 5544"/>
              <a:gd name="p0y8" fmla="*/ 1605 h 1605"/>
              <a:gd name="p0x9" fmla="*/ 330 w 5544"/>
              <a:gd name="p0y9" fmla="*/ 1605 h 1605"/>
              <a:gd name="p0x10" fmla="*/ 147 w 5544"/>
              <a:gd name="p0y10" fmla="*/ 1605 h 1605"/>
              <a:gd name="p0x11" fmla="*/ 0 w 5544"/>
              <a:gd name="p0y11" fmla="*/ 1457 h 1605"/>
              <a:gd name="p0x12" fmla="*/ 0 w 5544"/>
              <a:gd name="p0y12" fmla="*/ 1275 h 1605"/>
              <a:gd name="p0x13" fmla="*/ 0 w 5544"/>
              <a:gd name="p0y13" fmla="*/ 330 h 1605"/>
              <a:gd name="p0x14" fmla="*/ 0 w 5544"/>
              <a:gd name="p0y14" fmla="*/ 147 h 1605"/>
              <a:gd name="p0x15" fmla="*/ 147 w 5544"/>
              <a:gd name="p0y15" fmla="*/ 0 h 1605"/>
              <a:gd name="p0x16" fmla="*/ 330 w 5544"/>
              <a:gd name="p0y16" fmla="*/ 0 h 1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3333" t="-1481" r="-3333" b="-1481"/>
          <a:stretch>
            <a:fillRect/>
          </a:stretch>
        </p:blipFill>
        <p:spPr>
          <a:xfrm>
            <a:off x="8244205" y="5576570"/>
            <a:ext cx="152400" cy="17653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42"/>
            </p:custDataLst>
          </p:nvPr>
        </p:nvSpPr>
        <p:spPr>
          <a:xfrm>
            <a:off x="8466086" y="5558314"/>
            <a:ext cx="303051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艾灸保健四穴</a:t>
            </a:r>
            <a:endParaRPr sz="135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3"/>
            </p:custDataLst>
          </p:nvPr>
        </p:nvSpPr>
        <p:spPr>
          <a:xfrm>
            <a:off x="8290560" y="5862320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8366817" y="590073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5D2F"/>
                </a:solidFill>
                <a:latin typeface="微软雅黑" panose="020B0503020204020204" charset="-122"/>
                <a:ea typeface="微软雅黑" panose="020B0503020204020204" charset="-122"/>
              </a:rPr>
              <a:t>足三里</a:t>
            </a:r>
            <a:endParaRPr sz="1200" b="1">
              <a:solidFill>
                <a:srgbClr val="1F5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8328717" y="617696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健脾和胃</a:t>
            </a:r>
            <a:endParaRPr sz="10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6"/>
            </p:custDataLst>
          </p:nvPr>
        </p:nvSpPr>
        <p:spPr>
          <a:xfrm>
            <a:off x="9130030" y="5862320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47"/>
            </p:custDataLst>
          </p:nvPr>
        </p:nvSpPr>
        <p:spPr>
          <a:xfrm>
            <a:off x="9206579" y="590073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5D2F"/>
                </a:solidFill>
                <a:latin typeface="微软雅黑" panose="020B0503020204020204" charset="-122"/>
                <a:ea typeface="微软雅黑" panose="020B0503020204020204" charset="-122"/>
              </a:rPr>
              <a:t>阴陵泉</a:t>
            </a:r>
            <a:endParaRPr sz="1200" b="1">
              <a:solidFill>
                <a:srgbClr val="1F5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8"/>
            </p:custDataLst>
          </p:nvPr>
        </p:nvSpPr>
        <p:spPr>
          <a:xfrm>
            <a:off x="9168479" y="617696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利水渗湿</a:t>
            </a:r>
            <a:endParaRPr sz="10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9970135" y="5862320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10046341" y="590073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5D2F"/>
                </a:solidFill>
                <a:latin typeface="微软雅黑" panose="020B0503020204020204" charset="-122"/>
                <a:ea typeface="微软雅黑" panose="020B0503020204020204" charset="-122"/>
              </a:rPr>
              <a:t>关元穴</a:t>
            </a:r>
            <a:endParaRPr sz="1200" b="1">
              <a:solidFill>
                <a:srgbClr val="1F5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51"/>
            </p:custDataLst>
          </p:nvPr>
        </p:nvSpPr>
        <p:spPr>
          <a:xfrm>
            <a:off x="10008241" y="617696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培补元气</a:t>
            </a:r>
            <a:endParaRPr sz="10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10809605" y="5862320"/>
            <a:ext cx="609600" cy="276225"/>
          </a:xfrm>
          <a:custGeom>
            <a:avLst/>
            <a:gdLst>
              <a:gd name="sw" fmla="*/ 1 w 960"/>
              <a:gd name="sh" fmla="*/ 1 h 435"/>
              <a:gd name="mins" fmla="min sw sh"/>
              <a:gd name="dsw" fmla="+- 0 sw mins"/>
              <a:gd name="dsh" fmla="+- 0 sh mins"/>
              <a:gd name="p0x0" fmla="*/ 60 w 960"/>
              <a:gd name="p0y0" fmla="*/ 0 h 435"/>
              <a:gd name="p0x1" fmla="*/ 900 w 960"/>
              <a:gd name="p0y1" fmla="*/ 0 h 435"/>
              <a:gd name="p0x2" fmla="*/ 933 w 960"/>
              <a:gd name="p0y2" fmla="*/ 0 h 435"/>
              <a:gd name="p0x3" fmla="*/ 960 w 960"/>
              <a:gd name="p0y3" fmla="*/ 26 h 435"/>
              <a:gd name="p0x4" fmla="*/ 960 w 960"/>
              <a:gd name="p0y4" fmla="*/ 60 h 435"/>
              <a:gd name="p0x5" fmla="*/ 960 w 960"/>
              <a:gd name="p0y5" fmla="*/ 375 h 435"/>
              <a:gd name="p0x6" fmla="*/ 960 w 960"/>
              <a:gd name="p0y6" fmla="*/ 408 h 435"/>
              <a:gd name="p0x7" fmla="*/ 933 w 960"/>
              <a:gd name="p0y7" fmla="*/ 435 h 435"/>
              <a:gd name="p0x8" fmla="*/ 900 w 960"/>
              <a:gd name="p0y8" fmla="*/ 435 h 435"/>
              <a:gd name="p0x9" fmla="*/ 60 w 960"/>
              <a:gd name="p0y9" fmla="*/ 435 h 435"/>
              <a:gd name="p0x10" fmla="*/ 26 w 960"/>
              <a:gd name="p0y10" fmla="*/ 435 h 435"/>
              <a:gd name="p0x11" fmla="*/ 0 w 960"/>
              <a:gd name="p0y11" fmla="*/ 408 h 435"/>
              <a:gd name="p0x12" fmla="*/ 0 w 960"/>
              <a:gd name="p0y12" fmla="*/ 375 h 435"/>
              <a:gd name="p0x13" fmla="*/ 0 w 960"/>
              <a:gd name="p0y13" fmla="*/ 60 h 435"/>
              <a:gd name="p0x14" fmla="*/ 0 w 960"/>
              <a:gd name="p0y14" fmla="*/ 26 h 435"/>
              <a:gd name="p0x15" fmla="*/ 26 w 960"/>
              <a:gd name="p0y15" fmla="*/ 0 h 435"/>
              <a:gd name="p0x16" fmla="*/ 60 w 96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53"/>
            </p:custDataLst>
          </p:nvPr>
        </p:nvSpPr>
        <p:spPr>
          <a:xfrm>
            <a:off x="10886104" y="5900738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1F5D2F"/>
                </a:solidFill>
                <a:latin typeface="微软雅黑" panose="020B0503020204020204" charset="-122"/>
                <a:ea typeface="微软雅黑" panose="020B0503020204020204" charset="-122"/>
              </a:rPr>
              <a:t>中脘穴</a:t>
            </a:r>
            <a:endParaRPr sz="1200" b="1">
              <a:solidFill>
                <a:srgbClr val="1F5D2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54"/>
            </p:custDataLst>
          </p:nvPr>
        </p:nvSpPr>
        <p:spPr>
          <a:xfrm>
            <a:off x="10848004" y="617696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化湿和中</a:t>
            </a:r>
            <a:endParaRPr sz="10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芒种民俗中的养生智慧</a:t>
            </a:r>
            <a:endParaRPr sz="30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330 w 5469"/>
              <a:gd name="p0y0" fmla="*/ 0 h 8445"/>
              <a:gd name="p0x1" fmla="*/ 5139 w 5469"/>
              <a:gd name="p0y1" fmla="*/ 0 h 8445"/>
              <a:gd name="p0x2" fmla="*/ 5321 w 5469"/>
              <a:gd name="p0y2" fmla="*/ 0 h 8445"/>
              <a:gd name="p0x3" fmla="*/ 5469 w 5469"/>
              <a:gd name="p0y3" fmla="*/ 147 h 8445"/>
              <a:gd name="p0x4" fmla="*/ 5469 w 5469"/>
              <a:gd name="p0y4" fmla="*/ 330 h 8445"/>
              <a:gd name="p0x5" fmla="*/ 5469 w 5469"/>
              <a:gd name="p0y5" fmla="*/ 8115 h 8445"/>
              <a:gd name="p0x6" fmla="*/ 5469 w 5469"/>
              <a:gd name="p0y6" fmla="*/ 8297 h 8445"/>
              <a:gd name="p0x7" fmla="*/ 5321 w 5469"/>
              <a:gd name="p0y7" fmla="*/ 8445 h 8445"/>
              <a:gd name="p0x8" fmla="*/ 5139 w 5469"/>
              <a:gd name="p0y8" fmla="*/ 8445 h 8445"/>
              <a:gd name="p0x9" fmla="*/ 330 w 5469"/>
              <a:gd name="p0y9" fmla="*/ 8445 h 8445"/>
              <a:gd name="p0x10" fmla="*/ 147 w 5469"/>
              <a:gd name="p0y10" fmla="*/ 8445 h 8445"/>
              <a:gd name="p0x11" fmla="*/ 0 w 5469"/>
              <a:gd name="p0y11" fmla="*/ 8297 h 8445"/>
              <a:gd name="p0x12" fmla="*/ 0 w 5469"/>
              <a:gd name="p0y12" fmla="*/ 8115 h 8445"/>
              <a:gd name="p0x13" fmla="*/ 0 w 5469"/>
              <a:gd name="p0y13" fmla="*/ 330 h 8445"/>
              <a:gd name="p0x14" fmla="*/ 0 w 5469"/>
              <a:gd name="p0y14" fmla="*/ 147 h 8445"/>
              <a:gd name="p0x15" fmla="*/ 147 w 5469"/>
              <a:gd name="p0y15" fmla="*/ 0 h 8445"/>
              <a:gd name="p0x16" fmla="*/ 33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77152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008" r="-8008"/>
          <a:stretch>
            <a:fillRect/>
          </a:stretch>
        </p:blipFill>
        <p:spPr>
          <a:xfrm>
            <a:off x="847725" y="1400175"/>
            <a:ext cx="3429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381125" y="136969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煮梅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3311871"/>
            <a:ext cx="308268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芒种煮梅是传统习俗，梅子</a:t>
            </a:r>
            <a:r>
              <a:rPr sz="150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味酸生津止渴、开胃消食</a:t>
            </a: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，适合汗多、食欲不振者。</a:t>
            </a:r>
            <a:endParaRPr sz="150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4339618"/>
            <a:ext cx="3082680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sz="1350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生姜、紫苏、甘草</a:t>
            </a:r>
            <a:r>
              <a:rPr sz="13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可平衡寒热、芳香化湿。</a:t>
            </a:r>
            <a:endParaRPr sz="13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4306570" y="1109345"/>
            <a:ext cx="3578225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330 w 5635"/>
              <a:gd name="p0y0" fmla="*/ 0 h 8445"/>
              <a:gd name="p0x1" fmla="*/ 5305 w 5635"/>
              <a:gd name="p0y1" fmla="*/ 0 h 8445"/>
              <a:gd name="p0x2" fmla="*/ 5488 w 5635"/>
              <a:gd name="p0y2" fmla="*/ 0 h 8445"/>
              <a:gd name="p0x3" fmla="*/ 5635 w 5635"/>
              <a:gd name="p0y3" fmla="*/ 147 h 8445"/>
              <a:gd name="p0x4" fmla="*/ 5635 w 5635"/>
              <a:gd name="p0y4" fmla="*/ 330 h 8445"/>
              <a:gd name="p0x5" fmla="*/ 5635 w 5635"/>
              <a:gd name="p0y5" fmla="*/ 8115 h 8445"/>
              <a:gd name="p0x6" fmla="*/ 5635 w 5635"/>
              <a:gd name="p0y6" fmla="*/ 8297 h 8445"/>
              <a:gd name="p0x7" fmla="*/ 5488 w 5635"/>
              <a:gd name="p0y7" fmla="*/ 8445 h 8445"/>
              <a:gd name="p0x8" fmla="*/ 5305 w 5635"/>
              <a:gd name="p0y8" fmla="*/ 8445 h 8445"/>
              <a:gd name="p0x9" fmla="*/ 330 w 5635"/>
              <a:gd name="p0y9" fmla="*/ 8445 h 8445"/>
              <a:gd name="p0x10" fmla="*/ 147 w 5635"/>
              <a:gd name="p0y10" fmla="*/ 8445 h 8445"/>
              <a:gd name="p0x11" fmla="*/ 0 w 5635"/>
              <a:gd name="p0y11" fmla="*/ 8297 h 8445"/>
              <a:gd name="p0x12" fmla="*/ 0 w 5635"/>
              <a:gd name="p0y12" fmla="*/ 8115 h 8445"/>
              <a:gd name="p0x13" fmla="*/ 0 w 5635"/>
              <a:gd name="p0y13" fmla="*/ 330 h 8445"/>
              <a:gd name="p0x14" fmla="*/ 0 w 5635"/>
              <a:gd name="p0y14" fmla="*/ 147 h 8445"/>
              <a:gd name="p0x15" fmla="*/ 147 w 5635"/>
              <a:gd name="p0y15" fmla="*/ 0 h 8445"/>
              <a:gd name="p0x16" fmla="*/ 33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89047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50151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7143" b="-7143"/>
          <a:stretch>
            <a:fillRect/>
          </a:stretch>
        </p:blipFill>
        <p:spPr>
          <a:xfrm>
            <a:off x="4577715" y="1400175"/>
            <a:ext cx="342900" cy="3048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5111505" y="1369695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送花神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4501905" y="3449022"/>
            <a:ext cx="3188199" cy="9382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百花凋零时祭祀花神，蕴含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顺应自然、感恩万物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的心境，提醒人们惜时养心。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4501905" y="4476769"/>
            <a:ext cx="318819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顺应节气变化，调养心神。</a:t>
            </a:r>
            <a:endParaRPr sz="13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8141970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330 w 5469"/>
              <a:gd name="p0y0" fmla="*/ 0 h 8445"/>
              <a:gd name="p0x1" fmla="*/ 5139 w 5469"/>
              <a:gd name="p0y1" fmla="*/ 0 h 8445"/>
              <a:gd name="p0x2" fmla="*/ 5321 w 5469"/>
              <a:gd name="p0y2" fmla="*/ 0 h 8445"/>
              <a:gd name="p0x3" fmla="*/ 5469 w 5469"/>
              <a:gd name="p0y3" fmla="*/ 147 h 8445"/>
              <a:gd name="p0x4" fmla="*/ 5469 w 5469"/>
              <a:gd name="p0y4" fmla="*/ 330 h 8445"/>
              <a:gd name="p0x5" fmla="*/ 5469 w 5469"/>
              <a:gd name="p0y5" fmla="*/ 8115 h 8445"/>
              <a:gd name="p0x6" fmla="*/ 5469 w 5469"/>
              <a:gd name="p0y6" fmla="*/ 8297 h 8445"/>
              <a:gd name="p0x7" fmla="*/ 5321 w 5469"/>
              <a:gd name="p0y7" fmla="*/ 8445 h 8445"/>
              <a:gd name="p0x8" fmla="*/ 5139 w 5469"/>
              <a:gd name="p0y8" fmla="*/ 8445 h 8445"/>
              <a:gd name="p0x9" fmla="*/ 330 w 5469"/>
              <a:gd name="p0y9" fmla="*/ 8445 h 8445"/>
              <a:gd name="p0x10" fmla="*/ 147 w 5469"/>
              <a:gd name="p0y10" fmla="*/ 8445 h 8445"/>
              <a:gd name="p0x11" fmla="*/ 0 w 5469"/>
              <a:gd name="p0y11" fmla="*/ 8297 h 8445"/>
              <a:gd name="p0x12" fmla="*/ 0 w 5469"/>
              <a:gd name="p0y12" fmla="*/ 8115 h 8445"/>
              <a:gd name="p0x13" fmla="*/ 0 w 5469"/>
              <a:gd name="p0y13" fmla="*/ 330 h 8445"/>
              <a:gd name="p0x14" fmla="*/ 0 w 5469"/>
              <a:gd name="p0y14" fmla="*/ 147 h 8445"/>
              <a:gd name="p0x15" fmla="*/ 147 w 5469"/>
              <a:gd name="p0y15" fmla="*/ 0 h 8445"/>
              <a:gd name="p0x16" fmla="*/ 33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AF5EE"/>
            </a:solidFill>
            <a:prstDash val="solid"/>
          </a:ln>
          <a:effectLst>
            <a:outerShdw blurRad="114300" dist="19050" dir="5399999" algn="ctr" rotWithShape="0">
              <a:srgbClr val="293D2D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83375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80 w 780"/>
              <a:gd name="p0y0" fmla="*/ 0 h 780"/>
              <a:gd name="p0x1" fmla="*/ 600 w 780"/>
              <a:gd name="p0y1" fmla="*/ 0 h 780"/>
              <a:gd name="p0x2" fmla="*/ 699 w 780"/>
              <a:gd name="p0y2" fmla="*/ 0 h 780"/>
              <a:gd name="p0x3" fmla="*/ 780 w 780"/>
              <a:gd name="p0y3" fmla="*/ 80 h 780"/>
              <a:gd name="p0x4" fmla="*/ 780 w 780"/>
              <a:gd name="p0y4" fmla="*/ 180 h 780"/>
              <a:gd name="p0x5" fmla="*/ 780 w 780"/>
              <a:gd name="p0y5" fmla="*/ 600 h 780"/>
              <a:gd name="p0x6" fmla="*/ 780 w 780"/>
              <a:gd name="p0y6" fmla="*/ 699 h 780"/>
              <a:gd name="p0x7" fmla="*/ 699 w 780"/>
              <a:gd name="p0y7" fmla="*/ 780 h 780"/>
              <a:gd name="p0x8" fmla="*/ 600 w 780"/>
              <a:gd name="p0y8" fmla="*/ 780 h 780"/>
              <a:gd name="p0x9" fmla="*/ 180 w 780"/>
              <a:gd name="p0y9" fmla="*/ 780 h 780"/>
              <a:gd name="p0x10" fmla="*/ 80 w 780"/>
              <a:gd name="p0y10" fmla="*/ 780 h 780"/>
              <a:gd name="p0x11" fmla="*/ 0 w 780"/>
              <a:gd name="p0y11" fmla="*/ 699 h 780"/>
              <a:gd name="p0x12" fmla="*/ 0 w 780"/>
              <a:gd name="p0y12" fmla="*/ 600 h 780"/>
              <a:gd name="p0x13" fmla="*/ 0 w 780"/>
              <a:gd name="p0y13" fmla="*/ 180 h 780"/>
              <a:gd name="p0x14" fmla="*/ 0 w 780"/>
              <a:gd name="p0y14" fmla="*/ 80 h 780"/>
              <a:gd name="p0x15" fmla="*/ 80 w 780"/>
              <a:gd name="p0y15" fmla="*/ 0 h 780"/>
              <a:gd name="p0x16" fmla="*/ 18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3F4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4545" r="-4545"/>
          <a:stretch>
            <a:fillRect/>
          </a:stretch>
        </p:blipFill>
        <p:spPr>
          <a:xfrm>
            <a:off x="8413750" y="1400175"/>
            <a:ext cx="3429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8947394" y="1369695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3D2D"/>
                </a:solidFill>
                <a:latin typeface="微软雅黑" panose="020B0503020204020204" charset="-122"/>
                <a:ea typeface="微软雅黑" panose="020B0503020204020204" charset="-122"/>
              </a:rPr>
              <a:t>安苗</a:t>
            </a:r>
            <a:endParaRPr sz="2100" b="1">
              <a:solidFill>
                <a:srgbClr val="293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8337794" y="3464271"/>
            <a:ext cx="308268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皖南农事习俗，用</a:t>
            </a:r>
            <a:r>
              <a:rPr sz="1500" b="1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新麦面蒸发糕</a:t>
            </a:r>
            <a:r>
              <a:rPr sz="1500">
                <a:solidFill>
                  <a:srgbClr val="47624E"/>
                </a:solidFill>
                <a:latin typeface="微软雅黑" panose="020B0503020204020204" charset="-122"/>
                <a:ea typeface="微软雅黑" panose="020B0503020204020204" charset="-122"/>
              </a:rPr>
              <a:t>，捏成五谷六畜形状祈求丰收。</a:t>
            </a:r>
            <a:endParaRPr sz="1500">
              <a:solidFill>
                <a:srgbClr val="47624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8337794" y="4187218"/>
            <a:ext cx="308268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蒸食</a:t>
            </a:r>
            <a:r>
              <a:rPr sz="1350" b="1">
                <a:solidFill>
                  <a:srgbClr val="389047"/>
                </a:solidFill>
                <a:latin typeface="微软雅黑" panose="020B0503020204020204" charset="-122"/>
                <a:ea typeface="微软雅黑" panose="020B0503020204020204" charset="-122"/>
              </a:rPr>
              <a:t>易消化</a:t>
            </a:r>
            <a:r>
              <a:rPr sz="1350">
                <a:solidFill>
                  <a:srgbClr val="6F8575"/>
                </a:solidFill>
                <a:latin typeface="微软雅黑" panose="020B0503020204020204" charset="-122"/>
                <a:ea typeface="微软雅黑" panose="020B0503020204020204" charset="-122"/>
              </a:rPr>
              <a:t>，不给湿热季节脾胃增加负担。</a:t>
            </a:r>
            <a:endParaRPr sz="1350">
              <a:solidFill>
                <a:srgbClr val="6F85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>
          <a:xfrm>
            <a:off x="785041" y="2440214"/>
            <a:ext cx="6947908" cy="1016000"/>
          </a:xfrm>
        </p:spPr>
        <p:txBody>
          <a:bodyPr>
            <a:noAutofit/>
          </a:bodyPr>
          <a:p>
            <a:r>
              <a:rPr lang="zh-CN" altLang="en-US" sz="4800"/>
              <a:t>感恩结缘苏华仁道长</a:t>
            </a:r>
            <a:endParaRPr lang="zh-CN" altLang="en-US" sz="4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65489" t="75727" r="3597" b="2254"/>
          <a:stretch>
            <a:fillRect/>
          </a:stretch>
        </p:blipFill>
        <p:spPr>
          <a:xfrm>
            <a:off x="2358798" y="3360601"/>
            <a:ext cx="1831340" cy="178598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254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254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54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54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54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54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254"/>
  <p:tag name="KSO_WM_TEMPLATE_CATEGORY" val="custom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6"/>
  <p:tag name="KSO_WM_UNIT_LAYERLEVEL" val="1"/>
  <p:tag name="KSO_WM_TAG_VERSION" val="3.0"/>
  <p:tag name="KSO_WM_BEAUTIFY_FLAG" val="#wm#"/>
  <p:tag name="KSO_WM_UNIT_TYPE" val="i"/>
  <p:tag name="KSO_WM_UNIT_INDEX" val="6"/>
  <p:tag name="KSO_WM_UNIT_ISNUMDGMTITLE" val="0"/>
  <p:tag name="KSO_WM_UNIT_NOCLEAR" val="0"/>
  <p:tag name="KSO_WM_TEMPLATE_INDEX" val="40490254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7"/>
  <p:tag name="KSO_WM_UNIT_LAYERLEVEL" val="1"/>
  <p:tag name="KSO_WM_TAG_VERSION" val="3.0"/>
  <p:tag name="KSO_WM_BEAUTIFY_FLAG" val="#wm#"/>
  <p:tag name="KSO_WM_UNIT_TYPE" val="i"/>
  <p:tag name="KSO_WM_UNIT_INDEX" val="7"/>
  <p:tag name="KSO_WM_UNIT_ISNUMDGMTITLE" val="0"/>
  <p:tag name="KSO_WM_UNIT_NOCLEAR" val="0"/>
  <p:tag name="KSO_WM_TEMPLATE_INDEX" val="40490254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8"/>
  <p:tag name="KSO_WM_UNIT_LAYERLEVEL" val="1"/>
  <p:tag name="KSO_WM_TAG_VERSION" val="3.0"/>
  <p:tag name="KSO_WM_BEAUTIFY_FLAG" val="#wm#"/>
  <p:tag name="KSO_WM_UNIT_TYPE" val="i"/>
  <p:tag name="KSO_WM_UNIT_INDEX" val="8"/>
  <p:tag name="KSO_WM_UNIT_ISNUMDGMTITLE" val="0"/>
  <p:tag name="KSO_WM_UNIT_NOCLEAR" val="0"/>
  <p:tag name="KSO_WM_TEMPLATE_INDEX" val="40490254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254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0"/>
  <p:tag name="KSO_WM_UNIT_LAYERLEVEL" val="1"/>
  <p:tag name="KSO_WM_TAG_VERSION" val="3.0"/>
  <p:tag name="KSO_WM_BEAUTIFY_FLAG" val="#wm#"/>
  <p:tag name="KSO_WM_UNIT_TYPE" val="i"/>
  <p:tag name="KSO_WM_UNIT_INDEX" val="10"/>
  <p:tag name="KSO_WM_UNIT_ISNUMDGMTITLE" val="0"/>
  <p:tag name="KSO_WM_UNIT_NOCLEAR" val="0"/>
  <p:tag name="KSO_WM_TEMPLATE_INDEX" val="40490254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1"/>
  <p:tag name="KSO_WM_UNIT_LAYERLEVEL" val="1"/>
  <p:tag name="KSO_WM_TAG_VERSION" val="3.0"/>
  <p:tag name="KSO_WM_BEAUTIFY_FLAG" val="#wm#"/>
  <p:tag name="KSO_WM_UNIT_TYPE" val="i"/>
  <p:tag name="KSO_WM_UNIT_INDEX" val="11"/>
  <p:tag name="KSO_WM_UNIT_ISNUMDGMTITLE" val="0"/>
  <p:tag name="KSO_WM_UNIT_NOCLEAR" val="0"/>
  <p:tag name="KSO_WM_TEMPLATE_INDEX" val="40490254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2"/>
  <p:tag name="KSO_WM_UNIT_LAYERLEVEL" val="1"/>
  <p:tag name="KSO_WM_TAG_VERSION" val="3.0"/>
  <p:tag name="KSO_WM_BEAUTIFY_FLAG" val="#wm#"/>
  <p:tag name="KSO_WM_UNIT_TYPE" val="i"/>
  <p:tag name="KSO_WM_UNIT_INDEX" val="12"/>
  <p:tag name="KSO_WM_UNIT_ISNUMDGMTITLE" val="0"/>
  <p:tag name="KSO_WM_UNIT_NOCLEAR" val="0"/>
  <p:tag name="KSO_WM_TEMPLATE_INDEX" val="40490254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254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4"/>
  <p:tag name="KSO_WM_UNIT_LAYERLEVEL" val="1"/>
  <p:tag name="KSO_WM_TAG_VERSION" val="3.0"/>
  <p:tag name="KSO_WM_BEAUTIFY_FLAG" val="#wm#"/>
  <p:tag name="KSO_WM_UNIT_TYPE" val="i"/>
  <p:tag name="KSO_WM_UNIT_INDEX" val="14"/>
  <p:tag name="KSO_WM_UNIT_ISNUMDGMTITLE" val="0"/>
  <p:tag name="KSO_WM_UNIT_NOCLEAR" val="0"/>
  <p:tag name="KSO_WM_TEMPLATE_INDEX" val="40490254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5"/>
  <p:tag name="KSO_WM_UNIT_LAYERLEVEL" val="1"/>
  <p:tag name="KSO_WM_TAG_VERSION" val="3.0"/>
  <p:tag name="KSO_WM_BEAUTIFY_FLAG" val="#wm#"/>
  <p:tag name="KSO_WM_UNIT_TYPE" val="i"/>
  <p:tag name="KSO_WM_UNIT_INDEX" val="15"/>
  <p:tag name="KSO_WM_UNIT_ISNUMDGMTITLE" val="0"/>
  <p:tag name="KSO_WM_UNIT_NOCLEAR" val="0"/>
  <p:tag name="KSO_WM_TEMPLATE_INDEX" val="40490254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6"/>
  <p:tag name="KSO_WM_UNIT_LAYERLEVEL" val="1"/>
  <p:tag name="KSO_WM_TAG_VERSION" val="3.0"/>
  <p:tag name="KSO_WM_BEAUTIFY_FLAG" val="#wm#"/>
  <p:tag name="KSO_WM_UNIT_TYPE" val="i"/>
  <p:tag name="KSO_WM_UNIT_INDEX" val="16"/>
  <p:tag name="KSO_WM_UNIT_ISNUMDGMTITLE" val="0"/>
  <p:tag name="KSO_WM_UNIT_NOCLEAR" val="0"/>
  <p:tag name="KSO_WM_TEMPLATE_INDEX" val="40490254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254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254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  <p:tag name="KSO_WM_UNIT_ISNUMDGMTITLE" val="0"/>
  <p:tag name="KSO_WM_TEMPLATE_INDEX" val="40490254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  <p:tag name="KSO_WM_UNIT_ISNUMDGMTITLE" val="0"/>
  <p:tag name="KSO_WM_TEMPLATE_INDEX" val="40490254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254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254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254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254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254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254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254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254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254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54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54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54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54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254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6"/>
  <p:tag name="KSO_WM_UNIT_LAYERLEVEL" val="1"/>
  <p:tag name="KSO_WM_TAG_VERSION" val="3.0"/>
  <p:tag name="KSO_WM_BEAUTIFY_FLAG" val="#wm#"/>
  <p:tag name="KSO_WM_UNIT_TYPE" val="i"/>
  <p:tag name="KSO_WM_UNIT_INDEX" val="6"/>
  <p:tag name="KSO_WM_UNIT_ISNUMDGMTITLE" val="0"/>
  <p:tag name="KSO_WM_UNIT_NOCLEAR" val="0"/>
  <p:tag name="KSO_WM_TEMPLATE_INDEX" val="40490254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7"/>
  <p:tag name="KSO_WM_UNIT_LAYERLEVEL" val="1"/>
  <p:tag name="KSO_WM_TAG_VERSION" val="3.0"/>
  <p:tag name="KSO_WM_BEAUTIFY_FLAG" val="#wm#"/>
  <p:tag name="KSO_WM_UNIT_TYPE" val="i"/>
  <p:tag name="KSO_WM_UNIT_INDEX" val="7"/>
  <p:tag name="KSO_WM_UNIT_ISNUMDGMTITLE" val="0"/>
  <p:tag name="KSO_WM_UNIT_NOCLEAR" val="0"/>
  <p:tag name="KSO_WM_TEMPLATE_INDEX" val="40490254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8"/>
  <p:tag name="KSO_WM_UNIT_LAYERLEVEL" val="1"/>
  <p:tag name="KSO_WM_TAG_VERSION" val="3.0"/>
  <p:tag name="KSO_WM_BEAUTIFY_FLAG" val="#wm#"/>
  <p:tag name="KSO_WM_UNIT_TYPE" val="i"/>
  <p:tag name="KSO_WM_UNIT_INDEX" val="8"/>
  <p:tag name="KSO_WM_UNIT_ISNUMDGMTITLE" val="0"/>
  <p:tag name="KSO_WM_UNIT_NOCLEAR" val="0"/>
  <p:tag name="KSO_WM_TEMPLATE_INDEX" val="40490254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254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0"/>
  <p:tag name="KSO_WM_UNIT_LAYERLEVEL" val="1"/>
  <p:tag name="KSO_WM_TAG_VERSION" val="3.0"/>
  <p:tag name="KSO_WM_BEAUTIFY_FLAG" val="#wm#"/>
  <p:tag name="KSO_WM_UNIT_TYPE" val="i"/>
  <p:tag name="KSO_WM_UNIT_INDEX" val="10"/>
  <p:tag name="KSO_WM_UNIT_ISNUMDGMTITLE" val="0"/>
  <p:tag name="KSO_WM_UNIT_NOCLEAR" val="0"/>
  <p:tag name="KSO_WM_TEMPLATE_INDEX" val="40490254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1"/>
  <p:tag name="KSO_WM_UNIT_LAYERLEVEL" val="1"/>
  <p:tag name="KSO_WM_TAG_VERSION" val="3.0"/>
  <p:tag name="KSO_WM_BEAUTIFY_FLAG" val="#wm#"/>
  <p:tag name="KSO_WM_UNIT_TYPE" val="i"/>
  <p:tag name="KSO_WM_UNIT_INDEX" val="11"/>
  <p:tag name="KSO_WM_UNIT_ISNUMDGMTITLE" val="0"/>
  <p:tag name="KSO_WM_UNIT_NOCLEAR" val="0"/>
  <p:tag name="KSO_WM_TEMPLATE_INDEX" val="40490254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2"/>
  <p:tag name="KSO_WM_UNIT_LAYERLEVEL" val="1"/>
  <p:tag name="KSO_WM_TAG_VERSION" val="3.0"/>
  <p:tag name="KSO_WM_BEAUTIFY_FLAG" val="#wm#"/>
  <p:tag name="KSO_WM_UNIT_TYPE" val="i"/>
  <p:tag name="KSO_WM_UNIT_INDEX" val="12"/>
  <p:tag name="KSO_WM_UNIT_ISNUMDGMTITLE" val="0"/>
  <p:tag name="KSO_WM_UNIT_NOCLEAR" val="0"/>
  <p:tag name="KSO_WM_TEMPLATE_INDEX" val="40490254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254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4"/>
  <p:tag name="KSO_WM_UNIT_LAYERLEVEL" val="1"/>
  <p:tag name="KSO_WM_TAG_VERSION" val="3.0"/>
  <p:tag name="KSO_WM_BEAUTIFY_FLAG" val="#wm#"/>
  <p:tag name="KSO_WM_UNIT_TYPE" val="i"/>
  <p:tag name="KSO_WM_UNIT_INDEX" val="14"/>
  <p:tag name="KSO_WM_UNIT_ISNUMDGMTITLE" val="0"/>
  <p:tag name="KSO_WM_UNIT_NOCLEAR" val="0"/>
  <p:tag name="KSO_WM_TEMPLATE_INDEX" val="40490254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5"/>
  <p:tag name="KSO_WM_UNIT_LAYERLEVEL" val="1"/>
  <p:tag name="KSO_WM_TAG_VERSION" val="3.0"/>
  <p:tag name="KSO_WM_BEAUTIFY_FLAG" val="#wm#"/>
  <p:tag name="KSO_WM_UNIT_TYPE" val="i"/>
  <p:tag name="KSO_WM_UNIT_INDEX" val="15"/>
  <p:tag name="KSO_WM_UNIT_ISNUMDGMTITLE" val="0"/>
  <p:tag name="KSO_WM_UNIT_NOCLEAR" val="0"/>
  <p:tag name="KSO_WM_TEMPLATE_INDEX" val="40490254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6"/>
  <p:tag name="KSO_WM_UNIT_LAYERLEVEL" val="1"/>
  <p:tag name="KSO_WM_TAG_VERSION" val="3.0"/>
  <p:tag name="KSO_WM_BEAUTIFY_FLAG" val="#wm#"/>
  <p:tag name="KSO_WM_UNIT_TYPE" val="i"/>
  <p:tag name="KSO_WM_UNIT_INDEX" val="16"/>
  <p:tag name="KSO_WM_UNIT_ISNUMDGMTITLE" val="0"/>
  <p:tag name="KSO_WM_UNIT_NOCLEAR" val="0"/>
  <p:tag name="KSO_WM_TEMPLATE_INDEX" val="40490254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7"/>
  <p:tag name="KSO_WM_UNIT_LAYERLEVEL" val="1"/>
  <p:tag name="KSO_WM_TAG_VERSION" val="3.0"/>
  <p:tag name="KSO_WM_BEAUTIFY_FLAG" val="#wm#"/>
  <p:tag name="KSO_WM_UNIT_TYPE" val="i"/>
  <p:tag name="KSO_WM_UNIT_INDEX" val="17"/>
  <p:tag name="KSO_WM_UNIT_ISNUMDGMTITLE" val="0"/>
  <p:tag name="KSO_WM_UNIT_NOCLEAR" val="0"/>
  <p:tag name="KSO_WM_TEMPLATE_INDEX" val="40490254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76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7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9485ecb6ba565b569b3c7c955c578e2bb5917ae3"/>
  <p:tag name="KSO_WM_NEWLAYOUT_ID" val="6664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7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54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54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54"/>
  <p:tag name="KSO_WM_TEMPLATE_CATEGORY" val="custom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54"/>
  <p:tag name="KSO_WM_TEMPLATE_CATEGORY" val="custom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254"/>
  <p:tag name="KSO_WM_TEMPLATE_CATEGORY" val="custom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6"/>
  <p:tag name="KSO_WM_UNIT_LAYERLEVEL" val="1"/>
  <p:tag name="KSO_WM_TAG_VERSION" val="3.0"/>
  <p:tag name="KSO_WM_BEAUTIFY_FLAG" val="#wm#"/>
  <p:tag name="KSO_WM_UNIT_TYPE" val="i"/>
  <p:tag name="KSO_WM_UNIT_INDEX" val="6"/>
  <p:tag name="KSO_WM_UNIT_ISNUMDGMTITLE" val="0"/>
  <p:tag name="KSO_WM_UNIT_NOCLEAR" val="0"/>
  <p:tag name="KSO_WM_TEMPLATE_INDEX" val="40490254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7"/>
  <p:tag name="KSO_WM_UNIT_LAYERLEVEL" val="1"/>
  <p:tag name="KSO_WM_TAG_VERSION" val="3.0"/>
  <p:tag name="KSO_WM_BEAUTIFY_FLAG" val="#wm#"/>
  <p:tag name="KSO_WM_UNIT_TYPE" val="i"/>
  <p:tag name="KSO_WM_UNIT_INDEX" val="7"/>
  <p:tag name="KSO_WM_UNIT_ISNUMDGMTITLE" val="0"/>
  <p:tag name="KSO_WM_UNIT_NOCLEAR" val="0"/>
  <p:tag name="KSO_WM_TEMPLATE_INDEX" val="40490254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8"/>
  <p:tag name="KSO_WM_UNIT_LAYERLEVEL" val="1"/>
  <p:tag name="KSO_WM_TAG_VERSION" val="3.0"/>
  <p:tag name="KSO_WM_BEAUTIFY_FLAG" val="#wm#"/>
  <p:tag name="KSO_WM_UNIT_TYPE" val="i"/>
  <p:tag name="KSO_WM_UNIT_INDEX" val="8"/>
  <p:tag name="KSO_WM_UNIT_ISNUMDGMTITLE" val="0"/>
  <p:tag name="KSO_WM_UNIT_NOCLEAR" val="0"/>
  <p:tag name="KSO_WM_TEMPLATE_INDEX" val="40490254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254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0"/>
  <p:tag name="KSO_WM_UNIT_LAYERLEVEL" val="1"/>
  <p:tag name="KSO_WM_TAG_VERSION" val="3.0"/>
  <p:tag name="KSO_WM_BEAUTIFY_FLAG" val="#wm#"/>
  <p:tag name="KSO_WM_UNIT_TYPE" val="i"/>
  <p:tag name="KSO_WM_UNIT_INDEX" val="10"/>
  <p:tag name="KSO_WM_UNIT_ISNUMDGMTITLE" val="0"/>
  <p:tag name="KSO_WM_UNIT_NOCLEAR" val="0"/>
  <p:tag name="KSO_WM_TEMPLATE_INDEX" val="40490254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1"/>
  <p:tag name="KSO_WM_UNIT_LAYERLEVEL" val="1"/>
  <p:tag name="KSO_WM_TAG_VERSION" val="3.0"/>
  <p:tag name="KSO_WM_BEAUTIFY_FLAG" val="#wm#"/>
  <p:tag name="KSO_WM_UNIT_TYPE" val="i"/>
  <p:tag name="KSO_WM_UNIT_INDEX" val="11"/>
  <p:tag name="KSO_WM_UNIT_ISNUMDGMTITLE" val="0"/>
  <p:tag name="KSO_WM_UNIT_NOCLEAR" val="0"/>
  <p:tag name="KSO_WM_TEMPLATE_INDEX" val="40490254"/>
  <p:tag name="KSO_WM_TEMPLATE_CATEGORY" val="custom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2"/>
  <p:tag name="KSO_WM_UNIT_LAYERLEVEL" val="1"/>
  <p:tag name="KSO_WM_TAG_VERSION" val="3.0"/>
  <p:tag name="KSO_WM_BEAUTIFY_FLAG" val="#wm#"/>
  <p:tag name="KSO_WM_UNIT_TYPE" val="i"/>
  <p:tag name="KSO_WM_UNIT_INDEX" val="12"/>
  <p:tag name="KSO_WM_UNIT_ISNUMDGMTITLE" val="0"/>
  <p:tag name="KSO_WM_UNIT_NOCLEAR" val="0"/>
  <p:tag name="KSO_WM_TEMPLATE_INDEX" val="40490254"/>
  <p:tag name="KSO_WM_TEMPLATE_CATEGORY" val="custom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254"/>
  <p:tag name="KSO_WM_TEMPLATE_CATEGORY" val="custom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4"/>
  <p:tag name="KSO_WM_UNIT_LAYERLEVEL" val="1"/>
  <p:tag name="KSO_WM_TAG_VERSION" val="3.0"/>
  <p:tag name="KSO_WM_BEAUTIFY_FLAG" val="#wm#"/>
  <p:tag name="KSO_WM_UNIT_TYPE" val="i"/>
  <p:tag name="KSO_WM_UNIT_INDEX" val="14"/>
  <p:tag name="KSO_WM_UNIT_ISNUMDGMTITLE" val="0"/>
  <p:tag name="KSO_WM_UNIT_NOCLEAR" val="0"/>
  <p:tag name="KSO_WM_TEMPLATE_INDEX" val="40490254"/>
  <p:tag name="KSO_WM_TEMPLATE_CATEGORY" val="custom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9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e21b0d0e2a9ac504717f47d4ea712234b9a3d336"/>
  <p:tag name="KSO_WM_NEWLAYOUT_ID" val="6671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54"/>
  <p:tag name="KSO_WM_TEMPLATE_CATEGORY" val="custom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54"/>
  <p:tag name="KSO_WM_TEMPLATE_CATEGORY" val="custom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54"/>
  <p:tag name="KSO_WM_TEMPLATE_CATEGORY" val="custom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54"/>
  <p:tag name="KSO_WM_TEMPLATE_CATEGORY" val="custom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  <p:tag name="KSO_WM_UNIT_ISNUMDGMTITLE" val="0"/>
  <p:tag name="KSO_WM_UNIT_NOCLEAR" val="0"/>
  <p:tag name="KSO_WM_TEMPLATE_INDEX" val="40490254"/>
  <p:tag name="KSO_WM_TEMPLATE_CATEGORY" val="custom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  <p:tag name="KSO_WM_BEAUTIFY_FLAG" val="#wm#"/>
  <p:tag name="KSO_WM_UNIT_TYPE" val="i"/>
  <p:tag name="KSO_WM_UNIT_INDEX" val="6"/>
  <p:tag name="KSO_WM_UNIT_ISNUMDGMTITLE" val="0"/>
  <p:tag name="KSO_WM_UNIT_NOCLEAR" val="0"/>
  <p:tag name="KSO_WM_TEMPLATE_INDEX" val="40490254"/>
  <p:tag name="KSO_WM_TEMPLATE_CATEGORY" val="custom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7"/>
  <p:tag name="KSO_WM_UNIT_LAYERLEVEL" val="1"/>
  <p:tag name="KSO_WM_TAG_VERSION" val="3.0"/>
  <p:tag name="KSO_WM_BEAUTIFY_FLAG" val="#wm#"/>
  <p:tag name="KSO_WM_UNIT_TYPE" val="i"/>
  <p:tag name="KSO_WM_UNIT_INDEX" val="7"/>
  <p:tag name="KSO_WM_UNIT_ISNUMDGMTITLE" val="0"/>
  <p:tag name="KSO_WM_UNIT_NOCLEAR" val="0"/>
  <p:tag name="KSO_WM_TEMPLATE_INDEX" val="40490254"/>
  <p:tag name="KSO_WM_TEMPLATE_CATEGORY" val="custom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8"/>
  <p:tag name="KSO_WM_UNIT_LAYERLEVEL" val="1"/>
  <p:tag name="KSO_WM_TAG_VERSION" val="3.0"/>
  <p:tag name="KSO_WM_BEAUTIFY_FLAG" val="#wm#"/>
  <p:tag name="KSO_WM_UNIT_TYPE" val="i"/>
  <p:tag name="KSO_WM_UNIT_INDEX" val="8"/>
  <p:tag name="KSO_WM_UNIT_ISNUMDGMTITLE" val="0"/>
  <p:tag name="KSO_WM_UNIT_NOCLEAR" val="0"/>
  <p:tag name="KSO_WM_TEMPLATE_INDEX" val="40490254"/>
  <p:tag name="KSO_WM_TEMPLATE_CATEGORY" val="cus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9"/>
  <p:tag name="KSO_WM_UNIT_LAYERLEVEL" val="1"/>
  <p:tag name="KSO_WM_TAG_VERSION" val="3.0"/>
  <p:tag name="KSO_WM_BEAUTIFY_FLAG" val="#wm#"/>
  <p:tag name="KSO_WM_UNIT_TYPE" val="i"/>
  <p:tag name="KSO_WM_UNIT_INDEX" val="9"/>
  <p:tag name="KSO_WM_UNIT_ISNUMDGMTITLE" val="0"/>
  <p:tag name="KSO_WM_UNIT_NOCLEAR" val="0"/>
  <p:tag name="KSO_WM_TEMPLATE_INDEX" val="40490254"/>
  <p:tag name="KSO_WM_TEMPLATE_CATEGORY" val="custom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0"/>
  <p:tag name="KSO_WM_UNIT_LAYERLEVEL" val="1"/>
  <p:tag name="KSO_WM_TAG_VERSION" val="3.0"/>
  <p:tag name="KSO_WM_BEAUTIFY_FLAG" val="#wm#"/>
  <p:tag name="KSO_WM_UNIT_TYPE" val="i"/>
  <p:tag name="KSO_WM_UNIT_INDEX" val="10"/>
  <p:tag name="KSO_WM_UNIT_ISNUMDGMTITLE" val="0"/>
  <p:tag name="KSO_WM_UNIT_NOCLEAR" val="0"/>
  <p:tag name="KSO_WM_TEMPLATE_INDEX" val="40490254"/>
  <p:tag name="KSO_WM_TEMPLATE_CATEGORY" val="custom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1"/>
  <p:tag name="KSO_WM_UNIT_LAYERLEVEL" val="1"/>
  <p:tag name="KSO_WM_TAG_VERSION" val="3.0"/>
  <p:tag name="KSO_WM_BEAUTIFY_FLAG" val="#wm#"/>
  <p:tag name="KSO_WM_UNIT_TYPE" val="i"/>
  <p:tag name="KSO_WM_UNIT_INDEX" val="11"/>
  <p:tag name="KSO_WM_UNIT_ISNUMDGMTITLE" val="0"/>
  <p:tag name="KSO_WM_UNIT_NOCLEAR" val="0"/>
  <p:tag name="KSO_WM_TEMPLATE_INDEX" val="40490254"/>
  <p:tag name="KSO_WM_TEMPLATE_CATEGORY" val="custom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2"/>
  <p:tag name="KSO_WM_UNIT_LAYERLEVEL" val="1"/>
  <p:tag name="KSO_WM_TAG_VERSION" val="3.0"/>
  <p:tag name="KSO_WM_BEAUTIFY_FLAG" val="#wm#"/>
  <p:tag name="KSO_WM_UNIT_TYPE" val="i"/>
  <p:tag name="KSO_WM_UNIT_INDEX" val="12"/>
  <p:tag name="KSO_WM_UNIT_ISNUMDGMTITLE" val="0"/>
  <p:tag name="KSO_WM_UNIT_NOCLEAR" val="0"/>
  <p:tag name="KSO_WM_TEMPLATE_INDEX" val="40490254"/>
  <p:tag name="KSO_WM_TEMPLATE_CATEGORY" val="custom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254"/>
  <p:tag name="KSO_WM_TEMPLATE_CATEGORY" val="custom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4"/>
  <p:tag name="KSO_WM_UNIT_LAYERLEVEL" val="1"/>
  <p:tag name="KSO_WM_TAG_VERSION" val="3.0"/>
  <p:tag name="KSO_WM_BEAUTIFY_FLAG" val="#wm#"/>
  <p:tag name="KSO_WM_UNIT_TYPE" val="i"/>
  <p:tag name="KSO_WM_UNIT_INDEX" val="14"/>
  <p:tag name="KSO_WM_UNIT_ISNUMDGMTITLE" val="0"/>
  <p:tag name="KSO_WM_UNIT_NOCLEAR" val="0"/>
  <p:tag name="KSO_WM_TEMPLATE_INDEX" val="40490254"/>
  <p:tag name="KSO_WM_TEMPLATE_CATEGORY" val="custom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5"/>
  <p:tag name="KSO_WM_UNIT_LAYERLEVEL" val="1"/>
  <p:tag name="KSO_WM_TAG_VERSION" val="3.0"/>
  <p:tag name="KSO_WM_BEAUTIFY_FLAG" val="#wm#"/>
  <p:tag name="KSO_WM_UNIT_TYPE" val="i"/>
  <p:tag name="KSO_WM_UNIT_INDEX" val="15"/>
  <p:tag name="KSO_WM_UNIT_ISNUMDGMTITLE" val="0"/>
  <p:tag name="KSO_WM_UNIT_NOCLEAR" val="0"/>
  <p:tag name="KSO_WM_TEMPLATE_INDEX" val="40490254"/>
  <p:tag name="KSO_WM_TEMPLATE_CATEGORY" val="custom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6"/>
  <p:tag name="KSO_WM_UNIT_LAYERLEVEL" val="1"/>
  <p:tag name="KSO_WM_TAG_VERSION" val="3.0"/>
  <p:tag name="KSO_WM_BEAUTIFY_FLAG" val="#wm#"/>
  <p:tag name="KSO_WM_UNIT_TYPE" val="i"/>
  <p:tag name="KSO_WM_UNIT_INDEX" val="16"/>
  <p:tag name="KSO_WM_UNIT_ISNUMDGMTITLE" val="0"/>
  <p:tag name="KSO_WM_UNIT_NOCLEAR" val="0"/>
  <p:tag name="KSO_WM_TEMPLATE_INDEX" val="40490254"/>
  <p:tag name="KSO_WM_TEMPLATE_CATEGORY" val="custom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7"/>
  <p:tag name="KSO_WM_UNIT_LAYERLEVEL" val="1"/>
  <p:tag name="KSO_WM_TAG_VERSION" val="3.0"/>
  <p:tag name="KSO_WM_BEAUTIFY_FLAG" val="#wm#"/>
  <p:tag name="KSO_WM_UNIT_TYPE" val="i"/>
  <p:tag name="KSO_WM_UNIT_INDEX" val="17"/>
  <p:tag name="KSO_WM_UNIT_ISNUMDGMTITLE" val="0"/>
  <p:tag name="KSO_WM_UNIT_NOCLEAR" val="0"/>
  <p:tag name="KSO_WM_TEMPLATE_INDEX" val="40490254"/>
  <p:tag name="KSO_WM_TEMPLATE_CATEGORY" val="custom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8"/>
  <p:tag name="KSO_WM_UNIT_LAYERLEVEL" val="1"/>
  <p:tag name="KSO_WM_TAG_VERSION" val="3.0"/>
  <p:tag name="KSO_WM_BEAUTIFY_FLAG" val="#wm#"/>
  <p:tag name="KSO_WM_UNIT_TYPE" val="i"/>
  <p:tag name="KSO_WM_UNIT_INDEX" val="18"/>
  <p:tag name="KSO_WM_UNIT_ISNUMDGMTITLE" val="0"/>
  <p:tag name="KSO_WM_UNIT_NOCLEAR" val="0"/>
  <p:tag name="KSO_WM_TEMPLATE_INDEX" val="40490254"/>
  <p:tag name="KSO_WM_TEMPLATE_CATEGORY" val="custom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254"/>
  <p:tag name="KSO_WM_TEMPLATE_CATEGORY" val="custom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19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2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deafe5a12c9dac0160efd4b664c3d597c865090"/>
  <p:tag name="KSO_WM_NEWLAYOUT_ID" val="6676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bb46b53830f47e9030688800df85a35a469ad9bc"/>
  <p:tag name="KSO_WM_NEWLAYOUT_ID" val="1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2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3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3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3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254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254"/>
  <p:tag name="KSO_WM_TEMPLATE_CATEGORY" val="custom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254"/>
  <p:tag name="KSO_WM_TEMPLATE_CATEGORY" val="custom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254"/>
  <p:tag name="KSO_WM_TEMPLATE_CATEGORY" val="custom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30"/>
  <p:tag name="KSO_WM_TEMPLATE_CATEGORY" val="custom"/>
  <p:tag name="KSO_WM_TEMPLATE_INDEX" val="40490254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50"/>
  <p:tag name="KSO_WM_TEMPLATE_CATEGORY" val="custom"/>
  <p:tag name="KSO_WM_TEMPLATE_INDEX" val="40490254"/>
  <p:tag name="KSO_WM_UNIT_ISNUMDGMTITLE" val="0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254"/>
  <p:tag name="KSO_WM_TEMPLATE_CATEGORY" val="custom"/>
</p:tagLst>
</file>

<file path=ppt/tags/tag147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54"/>
  <p:tag name="KSO_WM_TEMPLATE_CATEGORY" val="custom"/>
  <p:tag name="KSO_WM_TEMPLATE_MASTER_TYPE" val="0"/>
  <p:tag name="KSO_WM_TAG_VERSION" val="3.0"/>
</p:tagLst>
</file>

<file path=ppt/tags/tag148.xml><?xml version="1.0" encoding="utf-8"?>
<p:tagLst xmlns:p="http://schemas.openxmlformats.org/presentationml/2006/main">
  <p:tag name="KSO_WM_AITEMPLATE_STYLE_ID" val="69796629990"/>
</p:tagLst>
</file>

<file path=ppt/tags/tag149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5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9485ecb6ba565b569b3c7c955c578e2bb5917ae3"/>
  <p:tag name="KSO_WM_NEWLAYOUT_ID" val="6664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51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5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254"/>
  <p:tag name="KSO_WM_TEMPLATE_CATEGORY" val="custom"/>
  <p:tag name="KSO_WM_SLIDE_INDEX" val="1"/>
  <p:tag name="KSO_WM_SLIDE_ID" val="custom40490254_1"/>
  <p:tag name="KSO_WM_TEMPLATE_MASTER_TYPE" val="0"/>
  <p:tag name="KSO_WM_SLIDE_LAYOUT" val="a_f"/>
  <p:tag name="KSO_WM_SLIDE_LAYOUT_CNT" val="1_2"/>
  <p:tag name="KSO_WM_TAG_VERSION" val="3.0"/>
</p:tagLst>
</file>

<file path=ppt/tags/tag15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e21b0d0e2a9ac504717f47d4ea712234b9a3d336"/>
  <p:tag name="KSO_WM_NEWLAYOUT_ID" val="667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7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7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254"/>
  <p:tag name="KSO_WM_TEMPLATE_CATEGORY" val="custom"/>
  <p:tag name="KSO_WM_SLIDE_INDEX" val="3"/>
  <p:tag name="KSO_WM_SLIDE_ID" val="custom40490254_7"/>
  <p:tag name="KSO_WM_TEMPLATE_MASTER_TYPE" val="0"/>
  <p:tag name="KSO_WM_SLIDE_LAYOUT" val="a_e"/>
  <p:tag name="KSO_WM_SLIDE_LAYOUT_CNT" val="1_1"/>
  <p:tag name="KSO_WM_TAG_VERSION" val="3.0"/>
</p:tagLst>
</file>

<file path=ppt/tags/tag17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e21b0d0e2a9ac504717f47d4ea712234b9a3d336"/>
  <p:tag name="KSO_WM_NEWLAYOUT_ID" val="667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19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254"/>
  <p:tag name="KSO_WM_TEMPLATE_CATEGORY" val="custom"/>
  <p:tag name="KSO_WM_SLIDE_INDEX" val="3"/>
  <p:tag name="KSO_WM_SLIDE_ID" val="custom40490254_7"/>
  <p:tag name="KSO_WM_TEMPLATE_MASTER_TYPE" val="0"/>
  <p:tag name="KSO_WM_SLIDE_LAYOUT" val="a_e"/>
  <p:tag name="KSO_WM_SLIDE_LAYOUT_CNT" val="1_1"/>
  <p:tag name="KSO_WM_TAG_VERSION" val="3.0"/>
</p:tagLst>
</file>

<file path=ppt/tags/tag1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e21b0d0e2a9ac504717f47d4ea712234b9a3d336"/>
  <p:tag name="KSO_WM_NEWLAYOUT_ID" val="667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26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26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254"/>
  <p:tag name="KSO_WM_TEMPLATE_CATEGORY" val="custom"/>
  <p:tag name="KSO_WM_SLIDE_INDEX" val="3"/>
  <p:tag name="KSO_WM_SLIDE_ID" val="custom40490254_7"/>
  <p:tag name="KSO_WM_TEMPLATE_MASTER_TYPE" val="0"/>
  <p:tag name="KSO_WM_SLIDE_LAYOUT" val="a_e"/>
  <p:tag name="KSO_WM_SLIDE_LAYOUT_CNT" val="1_1"/>
  <p:tag name="KSO_WM_TAG_VERSION" val="3.0"/>
</p:tagLst>
</file>

<file path=ppt/tags/tag2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e21b0d0e2a9ac504717f47d4ea712234b9a3d336"/>
  <p:tag name="KSO_WM_NEWLAYOUT_ID" val="6671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33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337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254"/>
  <p:tag name="KSO_WM_TEMPLATE_CATEGORY" val="custom"/>
  <p:tag name="KSO_WM_SLIDE_INDEX" val="3"/>
  <p:tag name="KSO_WM_SLIDE_ID" val="custom40490254_7"/>
  <p:tag name="KSO_WM_TEMPLATE_MASTER_TYPE" val="0"/>
  <p:tag name="KSO_WM_SLIDE_LAYOUT" val="a_e"/>
  <p:tag name="KSO_WM_SLIDE_LAYOUT_CNT" val="1_1"/>
  <p:tag name="KSO_WM_TAG_VERSION" val="3.0"/>
</p:tagLst>
</file>

<file path=ppt/tags/tag3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bdeafe5a12c9dac0160efd4b664c3d597c865090"/>
  <p:tag name="KSO_WM_NEWLAYOUT_ID" val="6676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254"/>
  <p:tag name="KSO_WM_TEMPLATE_CATEGORY" val="custom"/>
</p:tagLst>
</file>

<file path=ppt/tags/tag44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254"/>
  <p:tag name="KSO_WM_TEMPLATE_CATEGORY" val="custom"/>
  <p:tag name="KSO_WM_SLIDE_INDEX" val="5"/>
  <p:tag name="KSO_WM_SLIDE_ID" val="custom40490254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31">
      <a:dk1>
        <a:srgbClr val="000000"/>
      </a:dk1>
      <a:lt1>
        <a:srgbClr val="FFFFFF"/>
      </a:lt1>
      <a:dk2>
        <a:srgbClr val="293D2D"/>
      </a:dk2>
      <a:lt2>
        <a:srgbClr val="F7FDF4"/>
      </a:lt2>
      <a:accent1>
        <a:srgbClr val="389047"/>
      </a:accent1>
      <a:accent2>
        <a:srgbClr val="69A644"/>
      </a:accent2>
      <a:accent3>
        <a:srgbClr val="58B7B1"/>
      </a:accent3>
      <a:accent4>
        <a:srgbClr val="58A0B7"/>
      </a:accent4>
      <a:accent5>
        <a:srgbClr val="6C8BC7"/>
      </a:accent5>
      <a:accent6>
        <a:srgbClr val="DB9759"/>
      </a:accent6>
      <a:hlink>
        <a:srgbClr val="658BD5"/>
      </a:hlink>
      <a:folHlink>
        <a:srgbClr val="A16AA5"/>
      </a:folHlink>
    </a:clrScheme>
    <a:fontScheme name="自定义 10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1715</Words>
  <Application>WPS Office WWO_wpscloud_20260521192124-597ff31d3d</Application>
  <PresentationFormat>宽屏</PresentationFormat>
  <Paragraphs>304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WPS</vt:lpstr>
      <vt:lpstr>Office 主题​​</vt:lpstr>
      <vt:lpstr>芒种养生：清暑祛湿，养心护阳</vt:lpstr>
      <vt:lpstr>PowerPoint 演示文稿</vt:lpstr>
      <vt:lpstr>芒种时节与养生要旨</vt:lpstr>
      <vt:lpstr>PowerPoint 演示文稿</vt:lpstr>
      <vt:lpstr>饮食调养</vt:lpstr>
      <vt:lpstr>PowerPoint 演示文稿</vt:lpstr>
      <vt:lpstr>PowerPoint 演示文稿</vt:lpstr>
      <vt:lpstr>起居与情志</vt:lpstr>
      <vt:lpstr>PowerPoint 演示文稿</vt:lpstr>
      <vt:lpstr>PowerPoint 演示文稿</vt:lpstr>
      <vt:lpstr>运动与防病</vt:lpstr>
      <vt:lpstr>PowerPoint 演示文稿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芒种养生：清暑祛湿，养心护阳</dc:title>
  <dc:creator/>
  <cp:lastModifiedBy> </cp:lastModifiedBy>
  <dcterms:created xsi:type="dcterms:W3CDTF">2026-06-05T07:23:24Z</dcterms:created>
  <dcterms:modified xsi:type="dcterms:W3CDTF">2026-06-05T07:23:24Z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2052-12.9.0.26832</vt:lpwstr>
  </property>
  <property fmtid="{D5CDD505-2E9C-101B-9397-08002B2CF9AE}" pid="3" name="ICV">
    <vt:lpwstr>DB64DD4AAD87ABB2FD76226A05898A2B_43</vt:lpwstr>
  </property>
  <property fmtid="{D5CDD505-2E9C-101B-9397-08002B2CF9AE}" pid="4" name="KSOTemplateUUID">
    <vt:lpwstr>v1.0_ai_69796629990</vt:lpwstr>
  </property>
</Properties>
</file>